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  ×  ChatGPT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事業計画書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6858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「歩く×感情×AI」で日本の都市インフラを守る社会実験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2,600億円市場 × 日本人のiPhone × 1億人の感情データ 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HOHOHOプロジェクト / 福井工業大学  |  対象：OpenAI Japan  |  2026年3月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問題提起：日本のインフラが壊れていく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4688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道路が建設後50年超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（2040年）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4688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68-84%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市町村が管理する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インフラ割合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4688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1887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技術職員不足の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市町村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7863840" cy="1645920"/>
          </a:xfrm>
          <a:prstGeom prst="rect">
            <a:avLst/>
          </a:prstGeom>
          <a:solidFill>
            <a:srgbClr val="0B14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行政のパラドックス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「データが欲しい」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— でも行政が自分で持つと、「知っていたのに対応しなかった」= 過失。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国家賠償法第2条の管理瘡疵責任が発動する。これが全国の自治体が「データを自分では持ちたくない」根本理由。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なぜ「社会実験」なのか — 構造的必然性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商業サービスとして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売ると…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行政の調達サイクル（1年）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入札・プロポーザル必須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「前例がない」で不採用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2926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研究プロジェクト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として売ると…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学術成果のみで事業化遠い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データの継続性がない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行政の意思決定に届かない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社会実験として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始めると…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行政が「協力者」として参加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調達手続き不要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データは中間組織が管理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成果が出れば制度化へ移行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「社会実験」は「売れないから」ではなく、「行政が動ける唯一の入り口」だから。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中間組織モデル — なぜ行政でも民間でもないのか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「知った」=過失責任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調達手続きが硬直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中間組織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法的リスクのバッファー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学術・金融・行政の結節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データの匿名化・統計処理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097280"/>
            <a:ext cx="256032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09728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民間企業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公共性が低い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利益相反のリスク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行政信頼の確保が困難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solidFill>
            <a:srgbClr val="0B14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OpenAIにとっての意味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情報管理主体が行政ではなく中間組織であることで、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政府データ規制の複雑性を回避しつつ、公共性の高いデータを獲得できる。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さらに、社会実験から始まることで、「入札不要・協力金ベース」での導入が可能。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全国1,741自治体への横展開スピードが商業モデルより圧倒的に速い。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なぞChatGPTなのか — 日本市場のリアル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114800" cy="1051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iPhoneシェア67%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日本人のiPhoneに入る「唯一のマルチモーダルAI」。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ClaudeにiPhoneアプリはない。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4114800" cy="1051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54864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LINE的UI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「チャット形式」=学習コストゼロ。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X（旧Twitter）6,700万人経由の「刷り込み」。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114800" cy="1051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66160"/>
            <a:ext cx="54864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GPTsカスタム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「ほほほボタン」一発で専用アプリ化。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記号一つ・音声一言で感情データ生成。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vs Claude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ChatGPT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Claude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音声入出力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カメラ入力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感情トーン検出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GPTsカスタム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iPhoneアプリ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デジタル庁連携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Xの刷り込み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891B2"/>
                          </a:solidFill>
                        </a:rPr>
                        <a:t>◎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4560"/>
                          </a:solidFill>
                        </a:rPr>
                        <a:t>△</a:t>
                      </a:r>
                      <a:endParaRPr lang="en-US" sz="14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「市民がデータを生み出す入口」=Claudeが物理的に参入できないレイヤー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福井市都市計画MPとの完全合致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MPの基本理念：</a:t>
            </a:r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「暮らしの楽しさを実感できる『歩きつながる』まち」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9202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活力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多様な拠点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371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アリーナ間ラストマイル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61488" y="1737360"/>
            <a:ext cx="19202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61488" y="17373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761488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61488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身近な空間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35808" y="2743200"/>
            <a:ext cx="1371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通学路・生活道路データ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82896" y="1737360"/>
            <a:ext cx="19202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82896" y="17373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82896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移動の骨格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57216" y="2743200"/>
            <a:ext cx="1371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「ふくみち」×歩行データ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04304" y="1737360"/>
            <a:ext cx="19202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04304" y="173736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004304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潤い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04304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水と緑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78624" y="2743200"/>
            <a:ext cx="1371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004304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用水路・ため池簡易診断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福井の公民館・バス停・学校・公園・商店街に「ChatGPTでまちの声を届けよう」QRコードが貼られる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GPTs「ほほほボタン」— 記号一つで都市診断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😨 記号一つ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「😨」を送信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972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恐怖感情 + GPS + 時刻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57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音声一言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「ここ、怖い」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0574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感情トーン + テキスト + GPS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写真一枚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歩道の亠裂を撮影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0175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画像解析 + 損傷分類 + GPS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🎙️+📷 組合せ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977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「この穴、転びそう」+撮影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9776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977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4層統合データセット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「歩きながらLINEする」感覚で都市の健康診断ができる。専用アプリ開発不要。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5つの国策が追い風になる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インフラ長寿命化R6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国交省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予防保全+新技術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830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自治体DX推進v5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総務省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EBPM+データ駆動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603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AI基本計画2025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AIを使う・AIと協働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3756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生成AI調達GL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337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政府AI調達の枠組み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11480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防災DXP推進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114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災害時情報収集DX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国策が「予防保全 × DX × 市民参加」を叫んでいる。HOHOHO×ChatGPTはその「実装」そのもの。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OpenAIが得るもの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4572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年間数十万人の日本語感情データ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005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GPT-4oの「快適性・活気」評価の主観的ギャップを埋めるground-truth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4572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1,741自治体への拡張可能性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各自治体のQRコードが「OpenAIの広告塔」になる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743200"/>
            <a:ext cx="4572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43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「社会インフラAI」の物語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ChatGPTが「ツール」から「インフラ」へ進化する実証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611880"/>
            <a:ext cx="4572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デジタル庁連携の地方実装事例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地方自治体が「公式に」ChatGPTを採用する先行事例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「日本の全自治体に『OpenAIのロゴが入ったQRコード』が貼られる。これ以上の『AIの社会実装』がありますか？」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福井のおばあちゃんが、散歩中に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「ここの溝、危ないわね」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とつぶやく。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57600" cy="914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その声が、AIを通じて、行政の「次に直す場所」を決める。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それが、孫の世代の安全な通学路になる。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78638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その第一歩は、福井という小さな街から始まります。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HOHOHOプロジェクト　中島 健吾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学術パートナー　福井工業大学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メンター　山内 雄司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2026年3月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x ChatGPT Business Plan</dc:title>
  <dc:subject>PptxGenJS Presentation</dc:subject>
  <dc:creator>HOHOHO Project</dc:creator>
  <cp:lastModifiedBy>HOHOHO Project</cp:lastModifiedBy>
  <cp:revision>1</cp:revision>
  <dcterms:created xsi:type="dcterms:W3CDTF">2026-03-13T10:47:49Z</dcterms:created>
  <dcterms:modified xsi:type="dcterms:W3CDTF">2026-03-13T10:47:49Z</dcterms:modified>
</cp:coreProperties>
</file>