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132320" y="1097280"/>
            <a:ext cx="914400" cy="9144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7772400" y="2194560"/>
            <a:ext cx="548640" cy="54864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6858000" y="2377440"/>
            <a:ext cx="457200" cy="4572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7498080" y="3017520"/>
            <a:ext cx="640080" cy="64008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640080" y="100584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3"/>
          <p:cNvSpPr/>
          <p:nvPr/>
        </p:nvSpPr>
        <p:spPr>
          <a:xfrm>
            <a:off x="914400" y="1005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HOHOHO × ChatGPT</a:t>
            </a:r>
            <a:endParaRPr lang="en-US" sz="3400" dirty="0"/>
          </a:p>
        </p:txBody>
      </p:sp>
      <p:sp>
        <p:nvSpPr>
          <p:cNvPr id="10" name="Text 4"/>
          <p:cNvSpPr/>
          <p:nvPr/>
        </p:nvSpPr>
        <p:spPr>
          <a:xfrm>
            <a:off x="91440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協業提案書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914400" y="2377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歩行者の主観的感情データが埋める、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GPT-4oの都市理解の空白</a:t>
            </a:r>
            <a:endParaRPr lang="en-US" sz="1300" dirty="0"/>
          </a:p>
        </p:txBody>
      </p:sp>
      <p:sp>
        <p:nvSpPr>
          <p:cNvPr id="12" name="Shape 6"/>
          <p:cNvSpPr/>
          <p:nvPr/>
        </p:nvSpPr>
        <p:spPr>
          <a:xfrm>
            <a:off x="914400" y="3291840"/>
            <a:ext cx="4114800" cy="9144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13" name="Text 7"/>
          <p:cNvSpPr/>
          <p:nvPr/>
        </p:nvSpPr>
        <p:spPr>
          <a:xfrm>
            <a:off x="914400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対象：OpenAI Japan / ChatGPT Partnerships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914400" y="39319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</a:rPr>
              <a:t>HOHOHOプロジェクト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福井工業大学 まちづくりデザインセンター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2026年3月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GPT-4oの「主観的ギャップ」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868680"/>
            <a:ext cx="54864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86868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</a:rPr>
              <a:t>Wedyan et al. (2025) PLOS One — </a:t>
            </a:r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</a:rPr>
              <a:t>GPT-4oのウォーカビリティ評価は「安全性」では人間と一致するが、「快適性」「活気」で有意な乖離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3794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691640"/>
            <a:ext cx="3794760" cy="3657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≈ 人間（一致する次元）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3172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総合的ウォーカビリティ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5176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651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実現可能性（feasibility）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97180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2971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アクセシビリティ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291840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3291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安全性（safety）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4709160" y="1691640"/>
            <a:ext cx="3794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4709160" y="1691640"/>
            <a:ext cx="3794760" cy="3657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874520"/>
            <a:ext cx="320040" cy="32004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30352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≠ 人間（乖離する次元）</a:t>
            </a:r>
            <a:endParaRPr lang="en-US" sz="12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2331720"/>
            <a:ext cx="182880" cy="1828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257800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快適性（comfort）</a:t>
            </a:r>
            <a:endParaRPr lang="en-US" sz="1000" dirty="0"/>
          </a:p>
        </p:txBody>
      </p:sp>
      <p:sp>
        <p:nvSpPr>
          <p:cNvPr id="25" name="Text 16"/>
          <p:cNvSpPr/>
          <p:nvPr/>
        </p:nvSpPr>
        <p:spPr>
          <a:xfrm>
            <a:off x="5257800" y="25420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人間は「平和さ」「活動感」で評価</a:t>
            </a:r>
            <a:endParaRPr lang="en-US" sz="9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2834640"/>
            <a:ext cx="182880" cy="1828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257800" y="2788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活気（liveliness）</a:t>
            </a:r>
            <a:endParaRPr lang="en-US" sz="1000" dirty="0"/>
          </a:p>
        </p:txBody>
      </p:sp>
      <p:sp>
        <p:nvSpPr>
          <p:cNvPr id="28" name="Text 18"/>
          <p:cNvSpPr/>
          <p:nvPr/>
        </p:nvSpPr>
        <p:spPr>
          <a:xfrm>
            <a:off x="5257800" y="30449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GPT-4oはトピック数・一貫性とも低い</a:t>
            </a:r>
            <a:endParaRPr lang="en-US" sz="900" dirty="0"/>
          </a:p>
        </p:txBody>
      </p:sp>
      <p:sp>
        <p:nvSpPr>
          <p:cNvPr id="29" name="Shape 19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4069080"/>
            <a:ext cx="457200" cy="45720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371600" y="3977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根本的な問題：</a:t>
            </a:r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インフラの物理的状態は画像から推定可能だが、「その場所を歩く人間が実際に何を感じるか」は、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人間のフィードバックなしには学習できない。 → HOHOHOがこのground-truthデータを提供する。</a:t>
            </a:r>
            <a:endParaRPr lang="en-US" sz="1100" dirty="0"/>
          </a:p>
        </p:txBody>
      </p:sp>
      <p:sp>
        <p:nvSpPr>
          <p:cNvPr id="32" name="Text 21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なぜChatGPTか — マルチモーダル入力UIの決定的優位性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8288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097280"/>
            <a:ext cx="822960" cy="82296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2344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Voice Mode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2377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232ms応答速度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人間の会話速度に追従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感情トーン自動検出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0" y="914400"/>
            <a:ext cx="18288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09728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2344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3464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Context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834640" y="2377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歩行中にカメラで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リアルタイム画像認識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路面・環境を同時把握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846320" y="914400"/>
            <a:ext cx="18288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49240" y="109728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3444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3776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対話的深掘り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937760" y="2377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「具体的にどう怖い？」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暗黙知の言語化を誘導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文脈を保持した質問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949440" y="914400"/>
            <a:ext cx="18288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52360" y="1097280"/>
            <a:ext cx="822960" cy="8229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23444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位置情報統合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040880" y="2377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GPSデータと全データを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空間的に紐づけ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リアルタイムマッピング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640080" y="3611880"/>
            <a:ext cx="7863840" cy="64008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25" name="Shape 19"/>
          <p:cNvSpPr/>
          <p:nvPr/>
        </p:nvSpPr>
        <p:spPr>
          <a:xfrm>
            <a:off x="640080" y="3611880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0"/>
          <p:cNvSpPr/>
          <p:nvPr/>
        </p:nvSpPr>
        <p:spPr>
          <a:xfrm>
            <a:off x="914400" y="36118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ChatGPTは単なる「入力インターフェース」ではない。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 それ自体がセンサーとして機能する。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4008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他のLLMプロバイダーとの比較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474720" y="4343400"/>
            <a:ext cx="13258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3474720" y="437083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音声入力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3474720" y="46177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標準搭載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3474720" y="48006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vs 非対応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4892040" y="4343400"/>
            <a:ext cx="13258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4892040" y="437083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カメラ入力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4892040" y="46177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標準搭載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4892040" y="48006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vs 非対応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6309360" y="4343400"/>
            <a:ext cx="13258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6309360" y="437083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感情トーン検出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6309360" y="46177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標準搭載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6309360" y="48006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vs 非対応</a:t>
            </a:r>
            <a:endParaRPr lang="en-US" sz="800" dirty="0"/>
          </a:p>
        </p:txBody>
      </p:sp>
      <p:sp>
        <p:nvSpPr>
          <p:cNvPr id="40" name="Shape 34"/>
          <p:cNvSpPr/>
          <p:nvPr/>
        </p:nvSpPr>
        <p:spPr>
          <a:xfrm>
            <a:off x="7726680" y="4343400"/>
            <a:ext cx="13258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1" name="Text 35"/>
          <p:cNvSpPr/>
          <p:nvPr/>
        </p:nvSpPr>
        <p:spPr>
          <a:xfrm>
            <a:off x="7726680" y="437083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ユーザー基盤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7726680" y="46177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数億人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7726680" y="48006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vs 限定的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ユースケース：感情型都市センシング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歩行者はスマホでChatGPT Voice Modeを起動し、歩き始めるだけ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463040" cy="24688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087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057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音声ナラティブ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4231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「この交差点、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見通しが悪くて怖い」</a:t>
            </a:r>
            <a:endParaRPr lang="en-US" sz="9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14884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194560" y="1234440"/>
            <a:ext cx="1463040" cy="24688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286000" y="132588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22860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15087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286000" y="2057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カメラで文脈付与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2286000" y="24231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「これ見て」と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カメラを向ける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路面損傷を認識</a:t>
            </a:r>
            <a:endParaRPr lang="en-US" sz="9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14884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931920" y="1234440"/>
            <a:ext cx="1463040" cy="24688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023360" y="132588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5"/>
          <p:cNvSpPr/>
          <p:nvPr/>
        </p:nvSpPr>
        <p:spPr>
          <a:xfrm>
            <a:off x="402336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50876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023360" y="2057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対話的深掘り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023360" y="24231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ChatGPTが質問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「具体的にどの点が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怖いですか？」</a:t>
            </a:r>
            <a:endParaRPr lang="en-US" sz="9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2148840"/>
            <a:ext cx="274320" cy="27432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5669280" y="1234440"/>
            <a:ext cx="1463040" cy="24688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760720" y="132588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0"/>
          <p:cNvSpPr/>
          <p:nvPr/>
        </p:nvSpPr>
        <p:spPr>
          <a:xfrm>
            <a:off x="576072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1508760"/>
            <a:ext cx="457200" cy="4572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760720" y="2057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感情トーン記録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5760720" y="24231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声のトーンから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不安度・快適度を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自動パラメータ化</a:t>
            </a:r>
            <a:endParaRPr lang="en-US" sz="9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2148840"/>
            <a:ext cx="274320" cy="274320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7406640" y="1234440"/>
            <a:ext cx="1463040" cy="24688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7498080" y="1325880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5" name="Text 25"/>
          <p:cNvSpPr/>
          <p:nvPr/>
        </p:nvSpPr>
        <p:spPr>
          <a:xfrm>
            <a:off x="74980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840" y="1508760"/>
            <a:ext cx="457200" cy="45720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498080" y="2057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位置情報統合</a:t>
            </a:r>
            <a:endParaRPr lang="en-US" sz="1100" dirty="0"/>
          </a:p>
        </p:txBody>
      </p:sp>
      <p:sp>
        <p:nvSpPr>
          <p:cNvPr id="38" name="Text 27"/>
          <p:cNvSpPr/>
          <p:nvPr/>
        </p:nvSpPr>
        <p:spPr>
          <a:xfrm>
            <a:off x="7498080" y="24231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全データが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GPS座標に紐づく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空間データセット化</a:t>
            </a:r>
            <a:endParaRPr lang="en-US" sz="900" dirty="0"/>
          </a:p>
        </p:txBody>
      </p:sp>
      <p:sp>
        <p:nvSpPr>
          <p:cNvPr id="39" name="Shape 28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40" name="Shape 29"/>
          <p:cNvSpPr/>
          <p:nvPr/>
        </p:nvSpPr>
        <p:spPr>
          <a:xfrm>
            <a:off x="640080" y="393192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0"/>
          <p:cNvSpPr/>
          <p:nvPr/>
        </p:nvSpPr>
        <p:spPr>
          <a:xfrm>
            <a:off x="914400" y="39319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Output：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1回の歩行（30-60分）で、空間的に紐づいた4層構造データセットが生成される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物理的損傷データ  ＋  主観的感情データ  ＋  ナラティブデータ  ＋  画像データ</a:t>
            </a:r>
            <a:endParaRPr lang="en-US" sz="1100" dirty="0"/>
          </a:p>
        </p:txBody>
      </p:sp>
      <p:sp>
        <p:nvSpPr>
          <p:cNvPr id="42" name="Text 31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学術的位置づけ — 世界初の4要素統合モデル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6つの関連研究分野にまたがる包括的文献調査の結果、4要素をすべて満たす既存モデルは存在しない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60120" y="1143000"/>
            <a:ext cx="722376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DF3"/>
                </a:solidFill>
              </a:rPr>
              <a:t>プロジェクト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46120" y="1143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DF3"/>
                </a:solidFill>
              </a:rPr>
              <a:t>市民参加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34840" y="1143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DF3"/>
                </a:solidFill>
              </a:rPr>
              <a:t>歩行視点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2356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DF3"/>
                </a:solidFill>
              </a:rPr>
              <a:t>感情/ナラティブ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995160" y="1143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DF3"/>
                </a:solidFill>
              </a:rPr>
              <a:t>AI統合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60120" y="1508760"/>
            <a:ext cx="72237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1508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Walk21 App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46120" y="1508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1508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23560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95160" y="1508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0120" y="1965960"/>
            <a:ext cx="7223760" cy="4572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Maps（CZ）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46120" y="1965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34840" y="1965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2356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95160" y="1965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60120" y="2423160"/>
            <a:ext cx="72237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Mapillary（Meta）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4612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3484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2356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なし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9516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60120" y="2880360"/>
            <a:ext cx="7223760" cy="4572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Sidewalk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46120" y="2880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34840" y="2880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2356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なし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95160" y="2880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60120" y="3337560"/>
            <a:ext cx="72237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105156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Sense（ミラノ工科大）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46120" y="3337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34840" y="3337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2356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95160" y="3337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60120" y="3794760"/>
            <a:ext cx="7223760" cy="45720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42" name="Shape 40"/>
          <p:cNvSpPr/>
          <p:nvPr/>
        </p:nvSpPr>
        <p:spPr>
          <a:xfrm>
            <a:off x="960120" y="3794760"/>
            <a:ext cx="54864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105156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HOHOHO × ChatGPT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46120" y="3794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434840" y="3794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62356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95160" y="3794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0080" y="4023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学術的ギャップへの回答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0080" y="4343400"/>
            <a:ext cx="37947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31520" y="43708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Wedyan et al. (2025)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31520" y="4572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GPT-4oは快適性・活気で乖離 → 歩行者の実感情データでfine-tuning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09160" y="4343400"/>
            <a:ext cx="37947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800600" y="43708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Evans &amp; Jones (2011)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800600" y="4572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歩行中のデータは座位より豊富 → ChatGPT Voice Modeでin-situ収集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なぜ福井か — 理想的テストベッド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3794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914400"/>
            <a:ext cx="54864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14300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25272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「歩きつながる」まち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45920" y="1371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福井市都市計画MPの基本理念が歩行者視点。政策需要が公式に明示されている。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09160" y="914400"/>
            <a:ext cx="3794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91440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9"/>
          <p:cNvSpPr/>
          <p:nvPr/>
        </p:nvSpPr>
        <p:spPr>
          <a:xfrm>
            <a:off x="4892040" y="114300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25272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1500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PoC実績あり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715000" y="1371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1名×1時間/日で367件/月の異常検知。市民LINE通報（年100件）の44倍の効率。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40080" y="2331720"/>
            <a:ext cx="3794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331720"/>
            <a:ext cx="54864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Shape 14"/>
          <p:cNvSpPr/>
          <p:nvPr/>
        </p:nvSpPr>
        <p:spPr>
          <a:xfrm>
            <a:off x="822960" y="256032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670048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大学パートナー確定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645920" y="27889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福井工業大学 三寺潤教授（まちづくりデザインセンター長）との共同研究開始。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709160" y="2331720"/>
            <a:ext cx="3794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09160" y="2331720"/>
            <a:ext cx="54864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19"/>
          <p:cNvSpPr/>
          <p:nvPr/>
        </p:nvSpPr>
        <p:spPr>
          <a:xfrm>
            <a:off x="4892040" y="25603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2670048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71500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北陸新幹線効果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715000" y="27889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2024年福井延伸。観光客の「新鮮な目」が住民バイアスを補完する。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9" name="Text 23"/>
          <p:cNvSpPr/>
          <p:nvPr/>
        </p:nvSpPr>
        <p:spPr>
          <a:xfrm>
            <a:off x="640080" y="3886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26万人</a:t>
            </a:r>
            <a:endParaRPr lang="en-US" sz="3600" dirty="0"/>
          </a:p>
        </p:txBody>
      </p:sp>
      <p:sp>
        <p:nvSpPr>
          <p:cNvPr id="30" name="Shape 24"/>
          <p:cNvSpPr/>
          <p:nvPr/>
        </p:nvSpPr>
        <p:spPr>
          <a:xfrm>
            <a:off x="2926080" y="3977640"/>
            <a:ext cx="18288" cy="64008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31" name="Text 25"/>
          <p:cNvSpPr/>
          <p:nvPr/>
        </p:nvSpPr>
        <p:spPr>
          <a:xfrm>
            <a:off x="3200400" y="39319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福井市人口 — コンパクトシティとして徒歩で中心部を回れる規模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デジタル庁連携 × 地方自治体の具体的ユースケースとして最適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産学官 × OpenAI 連携スキーム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383280" y="1645920"/>
            <a:ext cx="2377440" cy="2377440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9202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38328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38328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マルチモーダルUI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感情センシング基盤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1005840"/>
            <a:ext cx="2103120" cy="12801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005840"/>
            <a:ext cx="21031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" y="11887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25272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産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914400" y="11430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HOHOHO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中島健吾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1148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フィールドオペ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調査員NW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6766560" y="1005840"/>
            <a:ext cx="2103120" cy="12801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766560" y="1005840"/>
            <a:ext cx="21031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0" y="11887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1252728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580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学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7406640" y="11430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福井工業大学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三寺研究室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90372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研究設計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論文化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274320" y="3200400"/>
            <a:ext cx="2103120" cy="12801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74320" y="3200400"/>
            <a:ext cx="210312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Shape 19"/>
          <p:cNvSpPr/>
          <p:nvPr/>
        </p:nvSpPr>
        <p:spPr>
          <a:xfrm>
            <a:off x="365760" y="338328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447288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657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官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914400" y="3337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福井県/福井市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41148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フィールド提供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政策課題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6766560" y="3200400"/>
            <a:ext cx="2103120" cy="12801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766560" y="3200400"/>
            <a:ext cx="210312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Shape 25"/>
          <p:cNvSpPr/>
          <p:nvPr/>
        </p:nvSpPr>
        <p:spPr>
          <a:xfrm>
            <a:off x="6858000" y="338328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2008" y="3447288"/>
            <a:ext cx="320040" cy="3200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8580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金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7406640" y="3337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福井銀行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690372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紹介・資金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地域NW</a:t>
            </a:r>
            <a:endParaRPr lang="en-US" sz="850" dirty="0"/>
          </a:p>
        </p:txBody>
      </p:sp>
      <p:sp>
        <p:nvSpPr>
          <p:cNvPr id="36" name="Shape 29"/>
          <p:cNvSpPr/>
          <p:nvPr/>
        </p:nvSpPr>
        <p:spPr>
          <a:xfrm>
            <a:off x="2377440" y="1645920"/>
            <a:ext cx="1188720" cy="54864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37" name="Shape 30"/>
          <p:cNvSpPr/>
          <p:nvPr/>
        </p:nvSpPr>
        <p:spPr>
          <a:xfrm flipH="1">
            <a:off x="5577840" y="1645920"/>
            <a:ext cx="1188720" cy="548640"/>
          </a:xfrm>
          <a:prstGeom prst="line">
            <a:avLst/>
          </a:prstGeom>
          <a:noFill/>
          <a:ln w="19050">
            <a:solidFill>
              <a:srgbClr val="3B82F6"/>
            </a:solidFill>
            <a:prstDash val="dash"/>
          </a:ln>
        </p:spPr>
      </p:sp>
      <p:sp>
        <p:nvSpPr>
          <p:cNvPr id="38" name="Shape 31"/>
          <p:cNvSpPr/>
          <p:nvPr/>
        </p:nvSpPr>
        <p:spPr>
          <a:xfrm flipV="1">
            <a:off x="2377440" y="3474720"/>
            <a:ext cx="1188720" cy="457200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</a:ln>
        </p:spPr>
      </p:sp>
      <p:sp>
        <p:nvSpPr>
          <p:cNvPr id="39" name="Shape 32"/>
          <p:cNvSpPr/>
          <p:nvPr/>
        </p:nvSpPr>
        <p:spPr>
          <a:xfrm flipH="1" flipV="1">
            <a:off x="5577840" y="3474720"/>
            <a:ext cx="1188720" cy="45720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</a:ln>
        </p:spPr>
      </p:sp>
      <p:sp>
        <p:nvSpPr>
          <p:cNvPr id="40" name="Text 33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OpenAIが得るもの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3794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914400"/>
            <a:ext cx="37947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14300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26187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Ground-Truthデータセット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16002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GPT-4oの主観的次元（快適性・活気）を改善するための、歩行者の実際の感情データ。ウォーカビリティ評価のfine-tuning素材として直接活用可能。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09160" y="914400"/>
            <a:ext cx="3794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914400"/>
            <a:ext cx="379476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9"/>
          <p:cNvSpPr/>
          <p:nvPr/>
        </p:nvSpPr>
        <p:spPr>
          <a:xfrm>
            <a:off x="4892040" y="114300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261872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1500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日本の地方自治体ショーケース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92040" y="16002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デジタル庁連携の延長線上で、ChatGPTが地方の都市計画を支援する具体的な社会実装事例。OpenAI Japanの象徴的ユースケースに。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40080" y="2743200"/>
            <a:ext cx="3794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43200"/>
            <a:ext cx="379476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Shape 14"/>
          <p:cNvSpPr/>
          <p:nvPr/>
        </p:nvSpPr>
        <p:spPr>
          <a:xfrm>
            <a:off x="822960" y="297180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090672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「センサーとしてのChatGPT」の実証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22960" y="34290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Voice Modeが生体センサーの補完として機能し得ることの学術的検証。音声トーン×感情の新しい応用領域を開拓。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709160" y="2743200"/>
            <a:ext cx="3794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09160" y="2743200"/>
            <a:ext cx="3794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19"/>
          <p:cNvSpPr/>
          <p:nvPr/>
        </p:nvSpPr>
        <p:spPr>
          <a:xfrm>
            <a:off x="4892040" y="29718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090672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71500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査読論文での共著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892040" y="34290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都市計画×AI分野での学術的プレゼンス。PLOS One, Environment and Planning B等のジャーナルへの投稿を想定。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研究ロードマップ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96012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17320"/>
            <a:ext cx="2514600" cy="3200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17320"/>
            <a:ext cx="25146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600200"/>
            <a:ext cx="82296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1600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6か月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パイロットデータ収集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37744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福井市中心部5-10ルートで調査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調査員10-20名がChatGPT使用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GPT-4o評価 vs 人間評価の対照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「快適性/活気ギャップ」の検証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26280" y="96012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3429000" y="1417320"/>
            <a:ext cx="2514600" cy="3200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29000" y="1417320"/>
            <a:ext cx="2514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3566160" y="1600200"/>
            <a:ext cx="82296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0" y="1600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6か月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66160" y="2011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データセット構築・分析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237744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収集データの構造化・アノテーション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物理的損傷 × 主観的危険感の乖離マップ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感情型都市指標の開発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査読論文の執筆・投稿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0" y="96012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1417320"/>
            <a:ext cx="2514600" cy="3200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417320"/>
            <a:ext cx="25146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Shape 22"/>
          <p:cNvSpPr/>
          <p:nvPr/>
        </p:nvSpPr>
        <p:spPr>
          <a:xfrm>
            <a:off x="6355080" y="1600200"/>
            <a:ext cx="82296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69480" y="1600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6か月〜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2011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モデル改善・実装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237744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GPT-4oのfine-tuning実験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福井市都市計画部門へのフィードバック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他都市への展開可能性検証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市民参加型プラットフォーム構築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戦略的整合性と提案事項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OpenAI戦略との整合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4023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32588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17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NextGenAI（$50M）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6304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日本の地方大学における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実践的AI研究の先行事例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2148840"/>
            <a:ext cx="4023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317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デジタル庁連携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46304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地方自治体レベルの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具体的ChatGPT活用事例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40080" y="3063240"/>
            <a:ext cx="40233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15468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461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GPT-4o改善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46304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主観的次元のground-truth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データでモデル精度向上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937760" y="822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提案事項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937760" y="123444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937760" y="1234440"/>
            <a:ext cx="36576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18"/>
          <p:cNvSpPr/>
          <p:nvPr/>
        </p:nvSpPr>
        <p:spPr>
          <a:xfrm>
            <a:off x="507492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Ask（最小限）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074920" y="16916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Enterprise / API 研究利用ライセンス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Voice Mode 研究アクセス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Japan 技術助言ミーティング（四半期1回）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4937760" y="2834640"/>
            <a:ext cx="3657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937760" y="2834640"/>
            <a:ext cx="3657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2"/>
          <p:cNvSpPr/>
          <p:nvPr/>
        </p:nvSpPr>
        <p:spPr>
          <a:xfrm>
            <a:off x="5074920" y="2971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Ask（理想）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074920" y="32918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NextGenAI助成への福井工業大学の採択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研究用APIクレジット・計算資源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共同論文執筆パートナーシップ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Japan ケーススタディ掲載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デジタル庁連携プロジェクトとの接続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315200" y="1371600"/>
            <a:ext cx="1097280" cy="10972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7589520" y="2743200"/>
            <a:ext cx="731520" cy="7315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" y="1097280"/>
            <a:ext cx="54864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3"/>
          <p:cNvSpPr/>
          <p:nvPr/>
        </p:nvSpPr>
        <p:spPr>
          <a:xfrm>
            <a:off x="914400" y="10972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「歩く人間の感情」が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AIの都市理解を変える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914400" y="2468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GPT-4oが見落としている「快適性」と「活気」を、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福井の歩行者が教える — ChatGPTのUIで。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914400" y="3291840"/>
            <a:ext cx="4572000" cy="9144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914400" y="3474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HOHOHOプロジェクト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福井工業大学 まちづくりデザインセンター 三寺 潤 教授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メンター/アドバイザー  山内 雄司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1440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ご検討のほど、よろしくお願いいたします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HOHOHO × ChatGPT Collaboration Proposal</dc:title>
  <dc:subject>PptxGenJS Presentation</dc:subject>
  <dc:creator>HOHOHO Project</dc:creator>
  <cp:lastModifiedBy>HOHOHO Project</cp:lastModifiedBy>
  <cp:revision>1</cp:revision>
  <dcterms:created xsi:type="dcterms:W3CDTF">2026-03-12T08:26:31Z</dcterms:created>
  <dcterms:modified xsi:type="dcterms:W3CDTF">2026-03-12T08:26:31Z</dcterms:modified>
</cp:coreProperties>
</file>