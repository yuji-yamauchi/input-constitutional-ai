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MENTAメンタリング成果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市民協働型プロジェクト — ナラティブ転換の軌跡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0" y="182880"/>
            <a:ext cx="2468880" cy="640080"/>
          </a:xfrm>
          <a:prstGeom prst="rect">
            <a:avLst/>
          </a:prstGeom>
          <a:solidFill>
            <a:srgbClr val="232D44"/>
          </a:solidFill>
          <a:ln w="1524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182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9AD"/>
                </a:solidFill>
              </a:rPr>
              <a:t>成果物 </a:t>
            </a:r>
            <a:pPr algn="ctr" indent="0" marL="0">
              <a:buNone/>
            </a:pPr>
            <a:r>
              <a:rPr lang="en-US" sz="1600" b="1" dirty="0">
                <a:solidFill>
                  <a:srgbClr val="E8A838"/>
                </a:solidFill>
              </a:rPr>
              <a:t>5件</a:t>
            </a:r>
            <a:pPr algn="ctr" indent="0" marL="0">
              <a:buNone/>
            </a:pPr>
            <a:r>
              <a:rPr lang="en-US" sz="900" dirty="0">
                <a:solidFill>
                  <a:srgbClr val="8B99AD"/>
                </a:solidFill>
              </a:rPr>
              <a:t>  期間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 session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468880" cy="1828800"/>
          </a:xfrm>
          <a:prstGeom prst="rect">
            <a:avLst/>
          </a:prstGeom>
          <a:solidFill>
            <a:srgbClr val="232D44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2468880" cy="54864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490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技術 × ビジネス訴求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801368"/>
            <a:ext cx="2194560" cy="201168"/>
          </a:xfrm>
          <a:prstGeom prst="rect">
            <a:avLst/>
          </a:prstGeom>
          <a:solidFill>
            <a:srgbClr val="E85D5D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8013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テクノロジーパートナー向け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2103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× センシング技術の価値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市場規模と収益モデル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データ獲得ストーリー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7157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何ができるか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44368" y="187452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A838"/>
                </a:solidFill>
              </a:rPr>
              <a:t>▶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46120" y="1143000"/>
            <a:ext cx="2468880" cy="1828800"/>
          </a:xfrm>
          <a:prstGeom prst="rect">
            <a:avLst/>
          </a:prstGeom>
          <a:solidFill>
            <a:srgbClr val="232D44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143000"/>
            <a:ext cx="24688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280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1490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制度設計 × 公共性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1801368"/>
            <a:ext cx="2194560" cy="201168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18013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行政・大学向け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83280" y="2103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社会実験の構造的必然性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中間組織の責任設計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国策との接続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7157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なぜ動けるか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33288" y="187452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A838"/>
                </a:solidFill>
              </a:rPr>
              <a:t>▶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035040" y="1143000"/>
            <a:ext cx="2468880" cy="1828800"/>
          </a:xfrm>
          <a:prstGeom prst="rect">
            <a:avLst/>
          </a:prstGeom>
          <a:solidFill>
            <a:srgbClr val="232D44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143000"/>
            <a:ext cx="2468880" cy="54864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1280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72200" y="1490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ポジティブ増幅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1801368"/>
            <a:ext cx="2194560" cy="201168"/>
          </a:xfrm>
          <a:prstGeom prst="rect">
            <a:avLst/>
          </a:prstGeom>
          <a:solidFill>
            <a:srgbClr val="3D9970">
              <a:alpha val="3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18013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市民・社会全体向け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72200" y="2103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「壊れている」→「愛されている」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市民の感情が主データ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好循環のデザイン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72200" y="27157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なぜ楽しいか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246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メンタリング手法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611880"/>
            <a:ext cx="128016" cy="128016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3566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資料精読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8368" y="3749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全既存資料を深く分析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554480" y="361188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1755648" y="3566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多面的構築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755648" y="3749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3読者層向け制作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651760" y="3611880"/>
            <a:ext cx="128016" cy="128016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40" name="Text 38"/>
          <p:cNvSpPr/>
          <p:nvPr/>
        </p:nvSpPr>
        <p:spPr>
          <a:xfrm>
            <a:off x="2852928" y="3566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ナラティブ転換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852928" y="3749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問い直しで本質発見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749040" y="3611880"/>
            <a:ext cx="128016" cy="128016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43" name="Text 41"/>
          <p:cNvSpPr/>
          <p:nvPr/>
        </p:nvSpPr>
        <p:spPr>
          <a:xfrm>
            <a:off x="3950208" y="3566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前例調査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50208" y="3749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海外国内30件+調査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46320" y="3246120"/>
            <a:ext cx="4023360" cy="1417320"/>
          </a:xfrm>
          <a:prstGeom prst="rect">
            <a:avLst/>
          </a:prstGeom>
          <a:solidFill>
            <a:srgbClr val="232D4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46320" y="3246120"/>
            <a:ext cx="54864" cy="1417320"/>
          </a:xfrm>
          <a:prstGeom prst="rect">
            <a:avLst/>
          </a:prstGeom>
          <a:solidFill>
            <a:srgbClr val="E8729A"/>
          </a:solidFill>
          <a:ln/>
        </p:spPr>
      </p:sp>
      <p:sp>
        <p:nvSpPr>
          <p:cNvPr id="47" name="Text 45"/>
          <p:cNvSpPr/>
          <p:nvPr/>
        </p:nvSpPr>
        <p:spPr>
          <a:xfrm>
            <a:off x="507492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メンタリングで生まれた転換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74920" y="3630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5D"/>
                </a:solidFill>
              </a:rPr>
              <a:t>Before: </a:t>
            </a:r>
            <a:pPr indent="0" marL="0">
              <a:buNone/>
            </a:pPr>
            <a:r>
              <a:rPr lang="en-US" sz="1000" dirty="0">
                <a:solidFill>
                  <a:srgbClr val="8B99AD"/>
                </a:solidFill>
              </a:rPr>
              <a:t>「どこが壊れている？」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74920" y="3813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838"/>
                </a:solidFill>
              </a:rPr>
              <a:t>▼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74920" y="39959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9970"/>
                </a:solidFill>
              </a:rPr>
              <a:t>After: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「どこが愛されている？」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7492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欠損モデル → ケイパビリティ・アプローチへの構造転換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 メンタリング実績  |  2026.03  |  Mentor: yuji (Puu)  |  プロジェクト詳細は秘匿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MENTAメンタリング成果 — ナラティブ転換の軌跡</dc:title>
  <dc:subject>PptxGenJS Presentation</dc:subject>
  <dc:creator>yuji (Puu)</dc:creator>
  <cp:lastModifiedBy>yuji (Puu)</cp:lastModifiedBy>
  <cp:revision>1</cp:revision>
  <dcterms:created xsi:type="dcterms:W3CDTF">2026-03-14T05:18:30Z</dcterms:created>
  <dcterms:modified xsi:type="dcterms:W3CDTF">2026-03-14T05:18:30Z</dcterms:modified>
</cp:coreProperties>
</file>