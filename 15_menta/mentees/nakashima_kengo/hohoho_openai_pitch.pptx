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 × OpenAI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産官学連携による次世代都市センシング基盤の共同構築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歩行型市民ナラティブデータ × LLM/マルチモーダルAI × 公共インフラ管理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Confidential — For Discussion Purposes Only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2026年3月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114800"/>
            <a:ext cx="411480" cy="4114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4114800"/>
            <a:ext cx="411480" cy="4114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1148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日本の都市インフラが直面する構造的課題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74904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73万橋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全国の道路橋梁数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2033年に63%が築50年超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1554480"/>
          </a:xfrm>
          <a:prstGeom prst="rect">
            <a:avLst/>
          </a:prstGeom>
          <a:solidFill>
            <a:srgbClr val="7C2D1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80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土木技術職員ゼロの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市町村の割合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3749040" cy="15544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063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367件/月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 PoC実績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1名×1時間/日の異常検知数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3749040" cy="155448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063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20兆円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国土強靭化中期計画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2026-2030年度予算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車両型AIでは通学路・歩道・狭隘道路の異常を検知できない。歩行者視点のセンシングが不可欠。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HOHOHOモデルとは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</a:rPr>
              <a:t>歩行による都市インフラ異常検知 → AIトリアージ → 自治体の意思決定支援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1階：なぜやるか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一定エリアを継続的に歩行し、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変状を蓄積・比較。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点検未満・事故未満の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「判断に使える情報」を提供。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65176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2階：何をするか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歩行で得られる写真・ナラティブ・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位置情報をAIで処理し、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A/B/Cの優先度トリアージで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修繕ポートフォリオを生成。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65176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45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3階：何を提供するか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4652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社会（行政）・企業（民間）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それぞれの意思決定と行動を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前に進めるための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リスク管理データを提供。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Last Mile（車両が入れない場所）× Last Resort（災害時の最後の手段）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学術的検証：世界に前例のない統合モデル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Claude / Gemini による100件超の査読付き論文・既存プロダクトのクロスレビュー結果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プロジェクト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市民参加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歩行視点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ナラティブ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AI統合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Walk21 App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Emotional Maps (CZ)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GoodCityLife (Nokia)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Project Sidewalk (UW)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Mapillary (Meta)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HOHOHO (提案)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794760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886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結論：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歩行×市民ナラティブ/感情×AI/LLM処理×都市インフラ応用を統合したエンドツーエンドモデルは、</a:t>
            </a:r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世界の査読付き文献にも商用製品にも存在しない。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6つの確立された研究分野（参加型センシング・感情地図学・NLP都市分析・VGI・歩行調査法・市民科学）の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未開拓の交差点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にHOHOHOは位置する。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なぜOpenAIか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HOHOHOが必要とする技術基盤と、OpenAIが獲得できる研究フィールド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HOHOHOが求める技術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マルチモーダル画像認識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歩行写真からインフラ異常を自動分類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ナラティブNLP処理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市民の「違和感」記述からリスクを自動抽出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予算連動型最適化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制約条件下での修繕ポートフォリオ生成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多言語対応・スケーラビリティ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日本モデルの国際展開に向けた基盤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OpenAIが獲得するもの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実世界のGround Truthデータ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歩行者が生成する地理空間×ナラティブ×画像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公共インフラAIのショーケース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超高齢社会×インフラ老朽化という日本固有課題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産官学連携の実績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日本の自治体・大学との共同研究フレーム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社会的インパクトの実証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for Public Good の具体的成果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AI技術単体ではなく「社会実装のエコシステム」を共同構築する提案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既存研究の6つの構造的ギャップ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Claude/Gemini DeepResearchサーベイ結果（ハルシネーション検証済み）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ナラティブ × AI/ML処理の断絶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歩行インタビュー等の質的データにNLP/LLMを適用した研究はほぼ皆無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3716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マルチモーダル統合システム不在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テキスト＋生体＋空間＋視覚を統合した分析フレームワークが存在しない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3716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歩行データ収集プロトコル未確立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歩行市民のマルチモーダルデータを都市計画に活用する標準手法がない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縦断的感情モニタリングの欠如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703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市民の場所への感情関係の時間変化を追跡するシステムは未開発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004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8620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計画決定へのフィードバックループ不在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3703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市民センシング→分析→計画→実装→再センシングの循環が閉じていない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2004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ナラティブからのインフラ異常検知空白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703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市民の語りからAIがインフラ課題を自動抽出するアプローチは未研究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HOHOHOはGap 1・3・6を直接解決し、OpenAIのLLM/Vision技術がGap 2・4・5を埋める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提案する産官学連携の構造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325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HOHOHO（産）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554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フィールド運営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965960"/>
            <a:ext cx="1691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歩行調査の設計・実施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市民ナラティブデータの収集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自治体との接続・PoC運営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日本市場のドメイン知識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1097280"/>
            <a:ext cx="196596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097280"/>
            <a:ext cx="196596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258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325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OpenAI（産）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17520" y="1554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AI技術基盤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651760" y="1965960"/>
            <a:ext cx="1691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GPT/Vision APIの提供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マルチモーダル処理パイプライン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Fine-tuning支援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グローバル展開支援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09160" y="1097280"/>
            <a:ext cx="196596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9160" y="109728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258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1325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大学（学）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212080" y="1554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学術的検証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846320" y="1965960"/>
            <a:ext cx="1691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研究デザイン・倫理審査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査読付き論文の発表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国際学会での発信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方法論の標準化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903720" y="1097280"/>
            <a:ext cx="196596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03720" y="109728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3258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1325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自治体（官）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406640" y="1554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実装フィールド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040880" y="1965960"/>
            <a:ext cx="1691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実証実験の場の提供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行政データとの接続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予算・政策へのフィードバック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制度化への接続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各主体がコアコンピタンスに集中し、成果を共有する「準委任型」の連携設計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ロードマップ：3フェーズ展開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ECFE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技術実証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福井市でのPoC拡大実験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API統合プロトタイプ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歩行ナラティブ→異常分類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パイプラインの構築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大学との共同研究契約締結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51760" cy="374904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05840"/>
            <a:ext cx="26517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社会実装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3〜5自治体での実証展開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査読付き論文2本以上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トリアージ精度の検証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BCP・通学路安全への適用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信金ハブの産官学金連携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51760" cy="37490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スケール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196596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全国展開モデルの確立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国際学会での発表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東南アジア等への展開検討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標準プロトコルの策定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Public Goodモデル化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市場規模と社会的インパクト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4630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850-1,400億円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日本国内の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歩行型が獲得可能な市場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651760" cy="14630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097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2,600-4,300億円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2044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インフラ点検・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維持管理市場全体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651760" cy="146304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097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対象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1,741自治体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全国の市区町村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うち25%が土木職員ゼロ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社会的インパクト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1148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2004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人口減少社会への適応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土木職員不足を歩行×AIで補完し、地方自治体のインフラ管理を持続可能に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41148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災害レジリエンス強化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70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車両通行不能時の代替情報収集手段として、BCP・国土強靭化計画に組込み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200400"/>
            <a:ext cx="41148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32004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通学路安全の制度化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PTA・地域ボランティアによる定期歩行点検を、AI支援で実効性のある仕組みに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3977640"/>
            <a:ext cx="41148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397764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グローバル展開可能性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270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超高齢社会×インフラ老朽化は先進国共通課題。日本発モデルの国際標準化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歩くことが、都市を変える。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Transforms Cities.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HOHOHOは、世界で誰も統合していない6分野の交差点に立つ。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OpenAIのLLM/Vision技術と組み合わせることで、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市民の「歩く」を、公共インフラの知性に変える。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Next Step: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技術ディスカッション → PoC共同設計 → 共同研究契約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HOHOHO Project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HOHOHO × OpenAI 産官学連携提案</dc:title>
  <dc:subject>PptxGenJS Presentation</dc:subject>
  <dc:creator>HOHOHO Project</dc:creator>
  <cp:lastModifiedBy>HOHOHO Project</cp:lastModifiedBy>
  <cp:revision>1</cp:revision>
  <dcterms:created xsi:type="dcterms:W3CDTF">2026-03-11T10:22:31Z</dcterms:created>
  <dcterms:modified xsi:type="dcterms:W3CDTF">2026-03-11T10:22:31Z</dcterms:modified>
</cp:coreProperties>
</file>