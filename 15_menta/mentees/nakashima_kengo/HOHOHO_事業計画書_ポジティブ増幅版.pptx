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872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HOHOHO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「歩く×感情×AI」で まちの魅力を可視化する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7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市民の「好き」が、まちを育てるデータになる 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solidFill>
            <a:srgbClr val="1E2E4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1人×1時間×1ヶ月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367件の「まちの声」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年間LINE通報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約100件（44倍の解像度）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福井市MP理念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「歩きつながる」まち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2286000" cy="320040"/>
          </a:xfrm>
          <a:prstGeom prst="rect">
            <a:avLst/>
          </a:prstGeom>
          <a:solidFill>
            <a:srgbClr val="3D997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23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行政・大学向け 事業計画書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526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HOHOHOプロジェクト / 福井工業大学  |  2026年3月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872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視点の転換 — 「壊れている」から「愛されている」へ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56032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従来の問い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「どこが壊れているか？」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市民は「通報者」= 負担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データは「損傷リスト」= ネガティブ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行動動機が弱い（義務感頼み）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行政は「対応を迫られる」= 防御的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729A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256032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E8729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HOHOHOの問い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「どこが愛されているか？」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市民は「まちの語り手」= 楽しい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データは「感情マップ」= 資産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行動動機が強い（共有したい）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行政は「魅力を活かす」= 攻めの施策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1C263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77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CF0"/>
                </a:solidFill>
              </a:rPr>
              <a:t>結果として「壊れている場所」も見つかる。</a:t>
            </a:r>
            <a:pPr indent="0" marL="0">
              <a:buNone/>
            </a:pPr>
            <a:r>
              <a:rPr lang="en-US" sz="1400" b="1" dirty="0">
                <a:solidFill>
                  <a:srgbClr val="E8729A"/>
                </a:solidFill>
              </a:rPr>
              <a:t>でも入り口は「好き」から始まる。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ネガティブ最小化ではなく、ポジティブ増幅。市民が「歩きたくなる」仕組みこそが最強のセンシング。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3D99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市民が共有する「まちの感情」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777240"/>
          </a:xfrm>
          <a:prstGeom prst="rect">
            <a:avLst/>
          </a:prstGeom>
          <a:solidFill>
            <a:srgbClr val="E872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051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この桜、毎年楽しみ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1051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季節感情 + 定点GPS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1252728"/>
            <a:ext cx="1920240" cy="365760"/>
          </a:xfrm>
          <a:prstGeom prst="rect">
            <a:avLst/>
          </a:prstGeom>
          <a:solidFill>
            <a:srgbClr val="E8729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25272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観光・景観資産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11680"/>
            <a:ext cx="54864" cy="7772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1168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2011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この小川の流れ、なごむ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癒し感情 + 水辺GPS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2212848"/>
            <a:ext cx="192024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2128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親水空間の価値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71800"/>
            <a:ext cx="54864" cy="7772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7180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😨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29718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ここの道、夜こわい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2971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不安感情 + 時間帯GPS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3172968"/>
            <a:ext cx="1920240" cy="3657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3172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安全対策の根拠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3D997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319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280160" y="39319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この角の喫茶店、最高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31920" y="3931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愛着感情 + 商圏GPS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4133088"/>
            <a:ext cx="1920240" cy="365760"/>
          </a:xfrm>
          <a:prstGeom prst="rect">
            <a:avLst/>
          </a:prstGeom>
          <a:solidFill>
            <a:srgbClr val="3D9970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41330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地域経済の可視化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7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ポジティブ感情が8割、ネガティブが2割。それでも「2割」は年間LINE通報の何十倍もの解像度。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二層構造の価値 — 増幅と検出を同時に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54864"/>
          </a:xfrm>
          <a:prstGeom prst="rect">
            <a:avLst/>
          </a:prstGeom>
          <a:solidFill>
            <a:srgbClr val="E872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1：ポジティブ増幅（主）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観光スポット発見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市民目線のおすすめ場所がリアルタイム観光マップに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景観資産の可視化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桜並木・水辺・歴史的路地の「愛され度」を数値化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地域経済の活性化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「ここが好き」データが新規出店・まちづくり投資の根拠に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シビックプライド醸成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自分のまちの魅力を再発見→愛着→定住促進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82296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2：ネガティブ検出（副産物）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520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歩行中に自然と見つかる損傷・危険箇所 → AIトリアージ（A/B/C） → </a:t>
            </a:r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修繕予算の最適化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「通報義務」ではなく「歩く楽しさの中で自然に検出される」のがポイント。動機が持続する。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C263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楽しいから歩く → 歩くからデータが生まれる → データがまちを良くする → もっと歩きたくなる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3D99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なぜ「社会実験」なのか — 行政が動ける唯一の入り口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256032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商業サービスとして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売ると…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調達サイクル（1年）が必要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入札・プロポーザル必須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「前例がない」で不採用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51760" cy="256032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97280"/>
            <a:ext cx="265176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280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研究プロジェクトの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ままだと…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9202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学術成果のみで事業化遠い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データの継続性がない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行政予算に載らない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256032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3D997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280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社会実験として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始めると…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19202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行政が「協力者」として参加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調達手続き不要（協力金）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データは中間組織が管理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成果→制度化へ移行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8076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「好き」を集める仕組みは、社会実験だからこそ行政と一緒に始められる。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3D99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中間組織モデル — 「感情データ」を安全に活かす構造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2286000"/>
          </a:xfrm>
          <a:prstGeom prst="rect">
            <a:avLst/>
          </a:prstGeom>
          <a:solidFill>
            <a:srgbClr val="E872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7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行政（福井市）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施策反映・場所提供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感情マップを都市計画に活用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観光戦略・安全対策の根拠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QRコード設置場所の提供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651760" cy="228600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51560"/>
            <a:ext cx="73152" cy="2286000"/>
          </a:xfrm>
          <a:prstGeom prst="rect">
            <a:avLst/>
          </a:prstGeom>
          <a:solidFill>
            <a:srgbClr val="3D9970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143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HOHOHO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中間組織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データ管理・AI処理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1874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感情データの匿名化・統計処理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AIトリアージ（ポジ/ネガ分類）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行政・大学への加工データ提供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個人情報を持たない構造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651760" cy="228600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51560"/>
            <a:ext cx="73152" cy="22860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143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大学・研究機関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学術エビデンス・人材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1874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ウェルビーイング指標の検証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歩行×感情の学術研究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学生による実データ収集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国際学会での発信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solidFill>
            <a:srgbClr val="1C263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</a:rPr>
              <a:t>感情データは個人のプライバシーに直結する。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だからこそ行政でも民間でもない「中間組織」が管理する構造が必要。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行政は「使う」が「持たない」→ 国家賠償法リスクを回避しつつ施策に活用。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</a:rPr>
              <a:t>大学は匿名化データで研究 → ウェルビーイング × 都市計画の学際領域を開拓。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3D99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福井市都市計画MPとの完全合致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MPの基本理念：</a:t>
            </a:r>
            <a:pPr indent="0" marL="0">
              <a:buNone/>
            </a:pPr>
            <a:r>
              <a:rPr lang="en-US" sz="1600" b="1" dirty="0">
                <a:solidFill>
                  <a:srgbClr val="3D9970"/>
                </a:solidFill>
              </a:rPr>
              <a:t>「暮らしの楽しさを実感できる『歩きつながる』まち」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7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HOHOHOは「楽しさを実感」をデータ化する唯一の仕組み。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874520" cy="201168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1874520" cy="54864"/>
          </a:xfrm>
          <a:prstGeom prst="rect">
            <a:avLst/>
          </a:prstGeom>
          <a:solidFill>
            <a:srgbClr val="E8729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72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活力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多様な拠点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1325880" cy="9144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97480"/>
            <a:ext cx="1874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市民のおすすめスポット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回遊マップ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1783080"/>
            <a:ext cx="1874520" cy="201168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783080"/>
            <a:ext cx="187452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生活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06040" y="22860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身近な空間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80360" y="2606040"/>
            <a:ext cx="1325880" cy="9144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2697480"/>
            <a:ext cx="1874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通学路の安心感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安全データ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783080"/>
            <a:ext cx="1874520" cy="201168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783080"/>
            <a:ext cx="187452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A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交流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54880" y="22860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移動の骨格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606040"/>
            <a:ext cx="1325880" cy="9144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697480"/>
            <a:ext cx="1874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「ふくみち」の楽しさ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歩行データ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03720" y="1783080"/>
            <a:ext cx="1874520" cy="201168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03720" y="1783080"/>
            <a:ext cx="1874520" cy="54864"/>
          </a:xfrm>
          <a:prstGeom prst="rect">
            <a:avLst/>
          </a:prstGeom>
          <a:solidFill>
            <a:srgbClr val="3D9970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997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潤い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03720" y="22860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水と緑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78040" y="2606040"/>
            <a:ext cx="1325880" cy="9144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2697480"/>
            <a:ext cx="1874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小川・ため池の癒し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親水価値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1C2636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1148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</a:rPr>
              <a:t>公民館・バス停・学校・公園・商店街に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「まちの声を届けよう」QRコード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が貼られる。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通報ではなく、「わたしの好きな場所」を教える行為。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5つの国策 + ウェルビーイング政策が追い風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594360"/>
          </a:xfrm>
          <a:prstGeom prst="rect">
            <a:avLst/>
          </a:prstGeom>
          <a:solidFill>
            <a:srgbClr val="E872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60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インフラ長寿命化R6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960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国交省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9601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予防保全 + 新技術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73352"/>
            <a:ext cx="8229600" cy="59436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73352"/>
            <a:ext cx="54864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733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自治体DX推進v5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67335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総務省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67335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EBPM + データ駆動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86584"/>
            <a:ext cx="8229600" cy="59436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86584"/>
            <a:ext cx="54864" cy="5943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3865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AI基本計画2025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38658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内閣府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38658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AIを使う・AIと協働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99816"/>
            <a:ext cx="8229600" cy="59436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99816"/>
            <a:ext cx="54864" cy="594360"/>
          </a:xfrm>
          <a:prstGeom prst="rect">
            <a:avLst/>
          </a:prstGeom>
          <a:solidFill>
            <a:srgbClr val="3D997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09981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生成AI調達GL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09981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09981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政府AI調達の枠組み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813048"/>
            <a:ext cx="8229600" cy="594360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813048"/>
            <a:ext cx="54864" cy="59436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8130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Well-being指標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381304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内閣府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8130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主観的幸福度の計測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7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HOHOHOはインフラ保全とウェルビーイング計測を同時に実現する唯一のモデル。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目指す行動変容 — 「歩きたくなるまち」の実装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solidFill>
            <a:srgbClr val="1E2E4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好循環モデル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1691640"/>
            <a:ext cx="1463040" cy="1097280"/>
          </a:xfrm>
          <a:prstGeom prst="ellipse">
            <a:avLst/>
          </a:prstGeom>
          <a:solidFill>
            <a:srgbClr val="E8729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9164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楽しいから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691640"/>
            <a:ext cx="1463040" cy="10972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169164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歩くから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データが生まれる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83480" y="1691640"/>
            <a:ext cx="1463040" cy="1097280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69164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まちを良くする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0" y="1691640"/>
            <a:ext cx="1463040" cy="109728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169164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もっと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歩きたくなる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060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3840480" cy="1371600"/>
          </a:xfrm>
          <a:prstGeom prst="rect">
            <a:avLst/>
          </a:prstGeom>
          <a:solidFill>
            <a:srgbClr val="1E2E4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今の日本人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Chromeを開いて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Googleで「ググる」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4297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 = Google = 当たり前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0" y="3794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A838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846320" y="3383280"/>
            <a:ext cx="3840480" cy="1371600"/>
          </a:xfrm>
          <a:prstGeom prst="rect">
            <a:avLst/>
          </a:prstGeom>
          <a:solidFill>
            <a:srgbClr val="1A3325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HOHOHOが目指す未来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3749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チャッピーに聞く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チャッピーに教える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0" y="4297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まちの声 = チャッピー = 日常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3D99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行政・大学へのお願い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56032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E872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行政（福井市）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社会実験への「協力者」としての参加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公共施設へのQRコード設置許可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49424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感情マップの都市計画への活用コミット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96896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観光・商業振興への連携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4436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年間協力金の予算計上（500万円〜）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2560320"/>
          </a:xfrm>
          <a:prstGeom prst="rect">
            <a:avLst/>
          </a:prstGeom>
          <a:solidFill>
            <a:srgbClr val="1E2E4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大学（福井工業大学）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55448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PoC共同実施と論文化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90195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学生の歩行×感情データ収集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249424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ウェルビーイング指標の共同研究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596896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科研費・JST等の外部資金申請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94436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国際学会発表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1E2E4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</a:rPr>
              <a:t>2026夏：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福井市で「まちの感情マップ」社会実験開始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</a:rPr>
              <a:t>2027春：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桜シーズンの感情データ × 観光マップ実証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</a:rPr>
              <a:t>2028〜：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5自治体横展開 → ウェルビーイング × インフラのデュアル活用モデル確立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872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福井のおばあちゃんが、散歩中に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「この小川、きれいやねぇ」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とスマホにつぶやく。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657600" cy="9144"/>
          </a:xfrm>
          <a:prstGeom prst="rect">
            <a:avLst/>
          </a:prstGeom>
          <a:solidFill>
            <a:srgbClr val="E8729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その声が、AIを通じて、まちの魅力を数値化する。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それが、孫の世代が誇れる「ふくい」をつくる。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786384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その第一歩は、福井という小さな街から始まります。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HOHOHOプロジェクト　中島 健吾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学術パートナー　福井工業大学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メンター　山内 雄司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2026年3月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HOHOHO 事業計画書 — ポジティブ増幅版</dc:title>
  <dc:subject>PptxGenJS Presentation</dc:subject>
  <dc:creator>HOHOHO Project</dc:creator>
  <cp:lastModifiedBy>HOHOHO Project</cp:lastModifiedBy>
  <cp:revision>1</cp:revision>
  <dcterms:created xsi:type="dcterms:W3CDTF">2026-03-13T11:28:17Z</dcterms:created>
  <dcterms:modified xsi:type="dcterms:W3CDTF">2026-03-13T11:28:17Z</dcterms:modified>
</cp:coreProperties>
</file>