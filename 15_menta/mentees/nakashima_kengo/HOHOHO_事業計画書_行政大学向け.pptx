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「歩く×感情×AI」で都市インフラを守る社会実験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1人×1時間×1ヶ月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367件の異常検出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年間LINE通報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約100件（44倍の効率）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対象市場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2,600億円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2286000" cy="3200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行政・大学向け 事業計画書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HOHOHOプロジェクト / 福井工業大学  |  2026年3月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日本のインフラが静かに壊れていく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468880" cy="54864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45B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道路が建設後50年超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（2040年）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4688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68-84%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市町村が管理する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インフラ割合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4688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2468880" cy="54864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9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技術職員不足の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市町村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行政のジレンマ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「データが欲しい」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 — でも行政が自分で持つと、国家賠償法第2条の管理瑕疵責任が発動する。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45B28"/>
                </a:solidFill>
              </a:rPr>
              <a:t>「知っていたのに対応しなかった」= 過失。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だからデータを持ちたくても持てない。市民通報も受けたくない。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963A"/>
                </a:solidFill>
              </a:rPr>
              <a:t>この構造問題を解く鍵が「中間組織」と「社会実験」。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なぜ「社会実験」なのか — 行政が動ける唯一の入り口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28346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商業サービスとして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売ると…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調達サイクル（1年）が必要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入札・プロポーザル必須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「前例がない」で不採用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行政の意思決定に1-2年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651760" cy="28346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143000"/>
            <a:ext cx="2651760" cy="54864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研究プロジェクトの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ままだと…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学術成果のみで事業化遠い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データの継続性がない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行政予算に載らない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横展開の仕組みがない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651760" cy="28346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651760" cy="548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社会実験として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始めると…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行政が「協力者」として参加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調達手続き不要（協力金）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データは中間組織が管理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成果が出れば制度化へ移行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社会実験は「売れないから」ではなく、「行政参加の構造的ハードルを越える唯一の形式」。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中間組織モデル — 「責任の構造設計」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2377440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行政（福井市）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協力者・施策反映主体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データ保有→管理瑕疵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調達手続きの硬直性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前例主義による停滞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73152" cy="23774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中間組織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データ管理・分析主体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法的リスクのバッファー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学術×金融×行政の結節点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データの匿名化・統計処理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AIトリアージ（A/B/C）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73152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大学・研究機関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学術的エビデンス提供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査読論文による信頼担保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PoC設計と効果測定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次世代人材育成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この三者構造により、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行政はデータを「使う」が「持たない」。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管理瑕疵責任を回避しながら、エビデンスに基づく施策判断が可能になる。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大学にとっては、リアルワールドデータによる論文と教育機会の確保。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HOHOHOの仕組み — 「歩く」がデータになる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23774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234440"/>
            <a:ext cx="548640" cy="548640"/>
          </a:xfrm>
          <a:prstGeom prst="ellipse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市民が歩く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ChatGPTアプリで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記号・音声・写真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を一言入力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097280"/>
            <a:ext cx="1920240" cy="23774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34440"/>
            <a:ext cx="548640" cy="548640"/>
          </a:xfrm>
          <a:prstGeom prst="ellipse">
            <a:avLst/>
          </a:prstGeom>
          <a:solidFill>
            <a:srgbClr val="D4963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889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AIがトリアージ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A：緊急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B：経過観察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C：記録のみ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に自動分類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1920240" cy="23774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23444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8348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中間組織が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匿名化・統計処理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行政が使える形に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加工して提供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1920240" cy="23774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26680" y="12344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施策判断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修繕予算の最適化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エビデンスベースの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優先順位付け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PoC実績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1人 × 1時間/日 × 1ヶ月 = 367件の異常検出</a:t>
            </a:r>
            <a:pPr indent="0" marL="0">
              <a:buNone/>
            </a:pPr>
            <a:r>
              <a:rPr lang="en-US" sz="1200" b="1" dirty="0">
                <a:solidFill>
                  <a:srgbClr val="D4963A"/>
                </a:solidFill>
              </a:rPr>
              <a:t>（年間LINE通報 約100件の44倍）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Judgment as a Service（JaaS）：判断そのものをサービス化する新モデル。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福井市都市計画MPとの完全合致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MPの基本理念：</a:t>
            </a:r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</a:rPr>
              <a:t>「暮らしの楽しさを実感できる『歩きつながる』まち」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7452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874520" cy="54864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5B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活力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多様な拠点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325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アリーナ間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ラストマイル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554480"/>
            <a:ext cx="187452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55448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生活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身近な空間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2468880"/>
            <a:ext cx="1325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通学路・生活道路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安全データ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87452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554480"/>
            <a:ext cx="1874520" cy="54864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9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移動の骨格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468880"/>
            <a:ext cx="1325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「ふくみち」×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歩行データ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187452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554480"/>
            <a:ext cx="1874520" cy="548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D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潤い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水と緑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2468880"/>
            <a:ext cx="1325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用水路・ため池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簡易診断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HOHOHOは「歩きつながる」を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テクノロジーで実装する仕組み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です。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MPの理念を「計画」から「実行」に変換する社会実験。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5つの国策が追い風になる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21792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インフラ長寿命化R6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9601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国交省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9601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予防保全 + 新技術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09928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099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自治体DX推進v5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099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総務省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7099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EBPM + データ駆動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822960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59736"/>
            <a:ext cx="54864" cy="621792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597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AI基本計画2025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4597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内閣府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597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AIを使う・AIと協働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822960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9544"/>
            <a:ext cx="54864" cy="62179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095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生成AI調達GL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0954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2095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政府AI調達の枠組み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822960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59352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593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防災DXP推進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95935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内閣府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9593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災害時情報収集DX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国策が「予防保全 × DX × 市民参加」を叫んでいる。HOHOHOはその「実装」そのもの。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ロングテールビジネスの本質 — 行動変容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28016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BtoB LLM市場 = レッドオーシャン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Google / Anthropic / Meta…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大企業が兆円単位で投資するBtoB市場で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真正面から戦うのは消耗戦。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28016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HOHOHOの市場 = ブルーオーシャン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市民の「日常行動」がデータになる仕組み。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BtoBではなくBtoG+BtoC。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競合がいない領域。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目指す行動変容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3291840" cy="12801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今の日本人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Chromeを開いて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Googleで検索する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「ググる」= 動詞化した行動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963A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657600" cy="1280160"/>
          </a:xfrm>
          <a:prstGeom prst="rect">
            <a:avLst/>
          </a:prstGeom>
          <a:solidFill>
            <a:srgbClr val="1A382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HOHOHOが目指す未来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チャッピーに聞く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「チャッピる」= 新しい日常動詞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三層の収益モデル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51560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914400" cy="274320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委託費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097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社会実験の運営委託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行政からの協力金・委託費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 500-1,000万円/自治体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77440"/>
            <a:ext cx="91440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SaaS利用料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331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AIトリアージ・ダッシュボード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月額サブスクリプション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 300-600万円/自治体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611880"/>
            <a:ext cx="914400" cy="274320"/>
          </a:xfrm>
          <a:prstGeom prst="rect">
            <a:avLst/>
          </a:prstGeom>
          <a:solidFill>
            <a:srgbClr val="D496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補助金・SIB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566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国費・ソーシャルインパクトボンド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成果連動型の資金調達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修繕コスト削減の成果報酬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1自治体あたり年間最大2,000万円 × 全国1,741自治体 = 最大348億円の市場。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行政・大学へのお願い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行政（福井市）に期待すること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社会実験への「協力者」としての参加表明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公共施設へのQRコード設置許可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匿名化データの施策活用コミット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年間協力金の予算計上（500万円〜）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他自治体への横展開時の推薦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大学（福井工業大学）に期待すること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PoC共同実施と論文化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学生参加による歩行データ収集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AI分類モデルの共同研究開発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科研費・JST等の外部資金申請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国際学会発表によるブランディング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63A"/>
                </a:solidFill>
              </a:rPr>
              <a:t>2026年度：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福井市で社会実験開始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D4963A"/>
                </a:solidFill>
              </a:rPr>
              <a:t>2027年度：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5自治体に横展開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D4963A"/>
                </a:solidFill>
              </a:rPr>
              <a:t>2028年度：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制度化・SIB導入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福井のおばあちゃんが、散歩中に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「ここの溝、危ないわね」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とスマホにつぶやく。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657600" cy="9144"/>
          </a:xfrm>
          <a:prstGeom prst="rect">
            <a:avLst/>
          </a:prstGeom>
          <a:solidFill>
            <a:srgbClr val="C45B2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その声が、AIを通じて、行政の「次に直す場所」を決める。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それが、孫の世代の安全な通学路になる。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78638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その第一歩は、福井という小さな街から始まります。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HOHOHOプロジェクト　中島 健吾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学術パートナー　福井工業大学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メンター　山内 雄司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2026年3月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 事業計画書 — 行政・大学向け</dc:title>
  <dc:subject>PptxGenJS Presentation</dc:subject>
  <dc:creator>HOHOHO Project</dc:creator>
  <cp:lastModifiedBy>HOHOHO Project</cp:lastModifiedBy>
  <cp:revision>1</cp:revision>
  <dcterms:created xsi:type="dcterms:W3CDTF">2026-03-13T11:12:50Z</dcterms:created>
  <dcterms:modified xsi:type="dcterms:W3CDTF">2026-03-13T11:12:50Z</dcterms:modified>
</cp:coreProperties>
</file>