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980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7655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794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338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7240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408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2065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228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6252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4008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955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2704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115329" y="230659"/>
            <a:ext cx="4596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/>
              <a:t>配置図</a:t>
            </a:r>
            <a:endParaRPr kumimoji="1" lang="ja-JP" altLang="en-US" dirty="0"/>
          </a:p>
        </p:txBody>
      </p:sp>
      <p:pic>
        <p:nvPicPr>
          <p:cNvPr id="6" name="図 5"/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E$1:$AZ$33" spid="_x0000_s7187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89856" y="666337"/>
            <a:ext cx="9603796" cy="55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20803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</TotalTime>
  <Words>1</Words>
  <Application>Microsoft Office PowerPoint</Application>
  <PresentationFormat>画面に合わせる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山内雄司</dc:creator>
  <cp:lastModifiedBy>山内雄司</cp:lastModifiedBy>
  <cp:revision>4</cp:revision>
  <dcterms:created xsi:type="dcterms:W3CDTF">2016-10-06T09:52:28Z</dcterms:created>
  <dcterms:modified xsi:type="dcterms:W3CDTF">2016-10-06T13:45:17Z</dcterms:modified>
</cp:coreProperties>
</file>