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3650" r:id="rId2"/>
  </p:sldMasterIdLst>
  <p:notesMasterIdLst>
    <p:notesMasterId r:id="rId10"/>
  </p:notesMasterIdLst>
  <p:sldIdLst>
    <p:sldId id="256" r:id="rId3"/>
    <p:sldId id="300" r:id="rId4"/>
    <p:sldId id="297" r:id="rId5"/>
    <p:sldId id="298" r:id="rId6"/>
    <p:sldId id="288" r:id="rId7"/>
    <p:sldId id="290" r:id="rId8"/>
    <p:sldId id="289" r:id="rId9"/>
  </p:sldIdLst>
  <p:sldSz cx="9144000" cy="6858000" type="screen4x3"/>
  <p:notesSz cx="6858000" cy="9945688"/>
  <p:defaultTextStyle>
    <a:defPPr>
      <a:defRPr lang="en-GB"/>
    </a:defPPr>
    <a:lvl1pPr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1pPr>
    <a:lvl2pPr marL="742950" indent="-28575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2pPr>
    <a:lvl3pPr marL="11430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3pPr>
    <a:lvl4pPr marL="16002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4pPr>
    <a:lvl5pPr marL="2057400" indent="-228600" algn="l" defTabSz="449263" rtl="0" fontAlgn="base">
      <a:spcBef>
        <a:spcPct val="0"/>
      </a:spcBef>
      <a:spcAft>
        <a:spcPct val="0"/>
      </a:spcAft>
      <a:buClr>
        <a:srgbClr val="000000"/>
      </a:buClr>
      <a:buSzPct val="100000"/>
      <a:buFont typeface="Times New Roman" pitchFamily="16" charset="0"/>
      <a:defRPr kern="1200">
        <a:solidFill>
          <a:schemeClr val="bg1"/>
        </a:solidFill>
        <a:latin typeface="Arial" charset="0"/>
        <a:ea typeface="ＭＳ Ｐゴシック" charset="-128"/>
        <a:cs typeface="+mn-cs"/>
      </a:defRPr>
    </a:lvl5pPr>
    <a:lvl6pPr marL="2286000" algn="l" defTabSz="914400" rtl="0" eaLnBrk="1" latinLnBrk="0" hangingPunct="1">
      <a:defRPr kern="1200">
        <a:solidFill>
          <a:schemeClr val="bg1"/>
        </a:solidFill>
        <a:latin typeface="Arial" charset="0"/>
        <a:ea typeface="ＭＳ Ｐゴシック" charset="-128"/>
        <a:cs typeface="+mn-cs"/>
      </a:defRPr>
    </a:lvl6pPr>
    <a:lvl7pPr marL="2743200" algn="l" defTabSz="914400" rtl="0" eaLnBrk="1" latinLnBrk="0" hangingPunct="1">
      <a:defRPr kern="1200">
        <a:solidFill>
          <a:schemeClr val="bg1"/>
        </a:solidFill>
        <a:latin typeface="Arial" charset="0"/>
        <a:ea typeface="ＭＳ Ｐゴシック" charset="-128"/>
        <a:cs typeface="+mn-cs"/>
      </a:defRPr>
    </a:lvl7pPr>
    <a:lvl8pPr marL="3200400" algn="l" defTabSz="914400" rtl="0" eaLnBrk="1" latinLnBrk="0" hangingPunct="1">
      <a:defRPr kern="1200">
        <a:solidFill>
          <a:schemeClr val="bg1"/>
        </a:solidFill>
        <a:latin typeface="Arial" charset="0"/>
        <a:ea typeface="ＭＳ Ｐゴシック" charset="-128"/>
        <a:cs typeface="+mn-cs"/>
      </a:defRPr>
    </a:lvl8pPr>
    <a:lvl9pPr marL="3657600" algn="l" defTabSz="914400" rtl="0" eaLnBrk="1" latinLnBrk="0" hangingPunct="1">
      <a:defRPr kern="1200">
        <a:solidFill>
          <a:schemeClr val="bg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3" userDrawn="1">
          <p15:clr>
            <a:srgbClr val="A4A3A4"/>
          </p15:clr>
        </p15:guide>
        <p15:guide id="2" pos="219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414" y="66"/>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903"/>
        <p:guide pos="219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AutoShape 1"/>
          <p:cNvSpPr>
            <a:spLocks noChangeArrowheads="1"/>
          </p:cNvSpPr>
          <p:nvPr/>
        </p:nvSpPr>
        <p:spPr bwMode="auto">
          <a:xfrm>
            <a:off x="1" y="1"/>
            <a:ext cx="6858000" cy="9945688"/>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532" tIns="46266" rIns="92532" bIns="46266" anchor="ctr"/>
          <a:lstStyle/>
          <a:p>
            <a:endParaRPr lang="ja-JP" altLang="en-US"/>
          </a:p>
        </p:txBody>
      </p:sp>
      <p:sp>
        <p:nvSpPr>
          <p:cNvPr id="16387" name="Text Box 2"/>
          <p:cNvSpPr txBox="1">
            <a:spLocks noChangeArrowheads="1"/>
          </p:cNvSpPr>
          <p:nvPr/>
        </p:nvSpPr>
        <p:spPr bwMode="auto">
          <a:xfrm>
            <a:off x="0" y="1"/>
            <a:ext cx="2973012" cy="4979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532" tIns="46266" rIns="92532" bIns="46266" anchor="ctr"/>
          <a:lstStyle/>
          <a:p>
            <a:endParaRPr lang="ja-JP" altLang="en-US"/>
          </a:p>
        </p:txBody>
      </p:sp>
      <p:sp>
        <p:nvSpPr>
          <p:cNvPr id="4099" name="Rectangle 3"/>
          <p:cNvSpPr>
            <a:spLocks noGrp="1" noChangeArrowheads="1"/>
          </p:cNvSpPr>
          <p:nvPr>
            <p:ph type="dt"/>
          </p:nvPr>
        </p:nvSpPr>
        <p:spPr bwMode="auto">
          <a:xfrm>
            <a:off x="3883408" y="2"/>
            <a:ext cx="2971431" cy="496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32" tIns="46266" rIns="92532" bIns="46266" numCol="1" anchor="t" anchorCtr="0" compatLnSpc="1">
            <a:prstTxWarp prst="textNoShape">
              <a:avLst/>
            </a:prstTxWarp>
          </a:bodyPr>
          <a:lstStyle>
            <a:lvl1pPr algn="r">
              <a:buClrTx/>
              <a:buFontTx/>
              <a:buNone/>
              <a:tabLst>
                <a:tab pos="732551" algn="l"/>
                <a:tab pos="1465101" algn="l"/>
                <a:tab pos="2197651" algn="l"/>
                <a:tab pos="2930200" algn="l"/>
              </a:tabLst>
              <a:defRPr sz="1200">
                <a:solidFill>
                  <a:srgbClr val="000000"/>
                </a:solidFill>
                <a:latin typeface="Calibri" pitchFamily="32" charset="0"/>
                <a:ea typeface="ＭＳ Ｐ明朝" charset="-128"/>
              </a:defRPr>
            </a:lvl1pPr>
          </a:lstStyle>
          <a:p>
            <a:pPr>
              <a:defRPr/>
            </a:pPr>
            <a:endParaRPr lang="en-US"/>
          </a:p>
        </p:txBody>
      </p:sp>
      <p:sp>
        <p:nvSpPr>
          <p:cNvPr id="16389" name="Rectangle 4"/>
          <p:cNvSpPr>
            <a:spLocks noGrp="1" noRot="1" noChangeAspect="1" noChangeArrowheads="1"/>
          </p:cNvSpPr>
          <p:nvPr>
            <p:ph type="sldImg"/>
          </p:nvPr>
        </p:nvSpPr>
        <p:spPr bwMode="auto">
          <a:xfrm>
            <a:off x="941388" y="744538"/>
            <a:ext cx="4973637" cy="3730625"/>
          </a:xfrm>
          <a:prstGeom prst="rect">
            <a:avLst/>
          </a:prstGeom>
          <a:noFill/>
          <a:ln w="1260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4101" name="Rectangle 5"/>
          <p:cNvSpPr>
            <a:spLocks noGrp="1" noChangeArrowheads="1"/>
          </p:cNvSpPr>
          <p:nvPr>
            <p:ph type="body"/>
          </p:nvPr>
        </p:nvSpPr>
        <p:spPr bwMode="auto">
          <a:xfrm>
            <a:off x="685959" y="4723888"/>
            <a:ext cx="5484503" cy="4473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32" tIns="46266" rIns="92532" bIns="46266" numCol="1" anchor="t" anchorCtr="0" compatLnSpc="1">
            <a:prstTxWarp prst="textNoShape">
              <a:avLst/>
            </a:prstTxWarp>
          </a:bodyPr>
          <a:lstStyle/>
          <a:p>
            <a:pPr lvl="0"/>
            <a:endParaRPr lang="ja-JP" altLang="ja-JP" noProof="0" smtClean="0"/>
          </a:p>
        </p:txBody>
      </p:sp>
      <p:sp>
        <p:nvSpPr>
          <p:cNvPr id="16391" name="Text Box 6"/>
          <p:cNvSpPr txBox="1">
            <a:spLocks noChangeArrowheads="1"/>
          </p:cNvSpPr>
          <p:nvPr/>
        </p:nvSpPr>
        <p:spPr bwMode="auto">
          <a:xfrm>
            <a:off x="0" y="9444623"/>
            <a:ext cx="2973012" cy="4979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532" tIns="46266" rIns="92532" bIns="46266" anchor="ctr"/>
          <a:lstStyle/>
          <a:p>
            <a:endParaRPr lang="ja-JP" altLang="en-US"/>
          </a:p>
        </p:txBody>
      </p:sp>
      <p:sp>
        <p:nvSpPr>
          <p:cNvPr id="4103" name="Rectangle 7"/>
          <p:cNvSpPr>
            <a:spLocks noGrp="1" noChangeArrowheads="1"/>
          </p:cNvSpPr>
          <p:nvPr>
            <p:ph type="sldNum"/>
          </p:nvPr>
        </p:nvSpPr>
        <p:spPr bwMode="auto">
          <a:xfrm>
            <a:off x="3883408" y="9444624"/>
            <a:ext cx="2971431" cy="496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32" tIns="46266" rIns="92532" bIns="46266" numCol="1" anchor="b" anchorCtr="0" compatLnSpc="1">
            <a:prstTxWarp prst="textNoShape">
              <a:avLst/>
            </a:prstTxWarp>
          </a:bodyPr>
          <a:lstStyle>
            <a:lvl1pPr algn="r">
              <a:buClrTx/>
              <a:buFontTx/>
              <a:buNone/>
              <a:tabLst>
                <a:tab pos="732551" algn="l"/>
                <a:tab pos="1465101" algn="l"/>
                <a:tab pos="2197651" algn="l"/>
                <a:tab pos="2930200" algn="l"/>
              </a:tabLst>
              <a:defRPr sz="1200">
                <a:solidFill>
                  <a:srgbClr val="000000"/>
                </a:solidFill>
                <a:latin typeface="Calibri" pitchFamily="32" charset="0"/>
                <a:ea typeface="ＭＳ Ｐ明朝" charset="-128"/>
              </a:defRPr>
            </a:lvl1pPr>
          </a:lstStyle>
          <a:p>
            <a:pPr>
              <a:defRPr/>
            </a:pPr>
            <a:fld id="{70372DC9-4E3A-48D7-B466-713EB35763B3}" type="slidenum">
              <a:rPr lang="en-US"/>
              <a:pPr>
                <a:defRPr/>
              </a:pPr>
              <a:t>‹#›</a:t>
            </a:fld>
            <a:endParaRPr lang="en-US"/>
          </a:p>
        </p:txBody>
      </p:sp>
    </p:spTree>
    <p:extLst>
      <p:ext uri="{BB962C8B-B14F-4D97-AF65-F5344CB8AC3E}">
        <p14:creationId xmlns:p14="http://schemas.microsoft.com/office/powerpoint/2010/main" val="4012460969"/>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7"/>
          <p:cNvSpPr>
            <a:spLocks noGrp="1" noChangeArrowheads="1"/>
          </p:cNvSpPr>
          <p:nvPr>
            <p:ph type="sldNum" sz="quarter"/>
          </p:nvPr>
        </p:nvSpPr>
        <p:spPr>
          <a:noFill/>
          <a:extLst>
            <a:ext uri="{91240B29-F687-4F45-9708-019B960494DF}">
              <a14:hiddenLine xmlns:a14="http://schemas.microsoft.com/office/drawing/2010/main" w="9525">
                <a:solidFill>
                  <a:srgbClr val="808080"/>
                </a:solidFill>
                <a:round/>
                <a:headEnd/>
                <a:tailEnd/>
              </a14:hiddenLine>
            </a:ext>
          </a:extLst>
        </p:spPr>
        <p:txBody>
          <a:bodyPr/>
          <a:lstStyle>
            <a:lvl1pPr eaLnBrk="0" hangingPunct="0">
              <a:spcBef>
                <a:spcPct val="30000"/>
              </a:spcBef>
              <a:tabLst>
                <a:tab pos="731935" algn="l"/>
                <a:tab pos="1463869" algn="l"/>
                <a:tab pos="2197381" algn="l"/>
                <a:tab pos="2929316" algn="l"/>
              </a:tabLst>
              <a:defRPr sz="1200">
                <a:solidFill>
                  <a:srgbClr val="000000"/>
                </a:solidFill>
                <a:latin typeface="Times New Roman" pitchFamily="16" charset="0"/>
              </a:defRPr>
            </a:lvl1pPr>
            <a:lvl2pPr eaLnBrk="0" hangingPunct="0">
              <a:spcBef>
                <a:spcPct val="30000"/>
              </a:spcBef>
              <a:tabLst>
                <a:tab pos="731935" algn="l"/>
                <a:tab pos="1463869" algn="l"/>
                <a:tab pos="2197381" algn="l"/>
                <a:tab pos="2929316" algn="l"/>
              </a:tabLst>
              <a:defRPr sz="1200">
                <a:solidFill>
                  <a:srgbClr val="000000"/>
                </a:solidFill>
                <a:latin typeface="Times New Roman" pitchFamily="16" charset="0"/>
              </a:defRPr>
            </a:lvl2pPr>
            <a:lvl3pPr eaLnBrk="0" hangingPunct="0">
              <a:spcBef>
                <a:spcPct val="30000"/>
              </a:spcBef>
              <a:tabLst>
                <a:tab pos="731935" algn="l"/>
                <a:tab pos="1463869" algn="l"/>
                <a:tab pos="2197381" algn="l"/>
                <a:tab pos="2929316" algn="l"/>
              </a:tabLst>
              <a:defRPr sz="1200">
                <a:solidFill>
                  <a:srgbClr val="000000"/>
                </a:solidFill>
                <a:latin typeface="Times New Roman" pitchFamily="16" charset="0"/>
              </a:defRPr>
            </a:lvl3pPr>
            <a:lvl4pPr eaLnBrk="0" hangingPunct="0">
              <a:spcBef>
                <a:spcPct val="30000"/>
              </a:spcBef>
              <a:tabLst>
                <a:tab pos="731935" algn="l"/>
                <a:tab pos="1463869" algn="l"/>
                <a:tab pos="2197381" algn="l"/>
                <a:tab pos="2929316" algn="l"/>
              </a:tabLst>
              <a:defRPr sz="1200">
                <a:solidFill>
                  <a:srgbClr val="000000"/>
                </a:solidFill>
                <a:latin typeface="Times New Roman" pitchFamily="16" charset="0"/>
              </a:defRPr>
            </a:lvl4pPr>
            <a:lvl5pPr eaLnBrk="0" hangingPunct="0">
              <a:spcBef>
                <a:spcPct val="30000"/>
              </a:spcBef>
              <a:tabLst>
                <a:tab pos="731935" algn="l"/>
                <a:tab pos="1463869" algn="l"/>
                <a:tab pos="2197381" algn="l"/>
                <a:tab pos="2929316" algn="l"/>
              </a:tabLst>
              <a:defRPr sz="1200">
                <a:solidFill>
                  <a:srgbClr val="000000"/>
                </a:solidFill>
                <a:latin typeface="Times New Roman" pitchFamily="16" charset="0"/>
              </a:defRPr>
            </a:lvl5pPr>
            <a:lvl6pPr marL="2498673" indent="-227152" defTabSz="446417" eaLnBrk="0" fontAlgn="base" hangingPunct="0">
              <a:spcBef>
                <a:spcPct val="30000"/>
              </a:spcBef>
              <a:spcAft>
                <a:spcPct val="0"/>
              </a:spcAft>
              <a:buClr>
                <a:srgbClr val="000000"/>
              </a:buClr>
              <a:buSzPct val="100000"/>
              <a:buFont typeface="Times New Roman" pitchFamily="16" charset="0"/>
              <a:tabLst>
                <a:tab pos="731935" algn="l"/>
                <a:tab pos="1463869" algn="l"/>
                <a:tab pos="2197381" algn="l"/>
                <a:tab pos="2929316" algn="l"/>
              </a:tabLst>
              <a:defRPr sz="1200">
                <a:solidFill>
                  <a:srgbClr val="000000"/>
                </a:solidFill>
                <a:latin typeface="Times New Roman" pitchFamily="16" charset="0"/>
              </a:defRPr>
            </a:lvl6pPr>
            <a:lvl7pPr marL="2952976" indent="-227152" defTabSz="446417" eaLnBrk="0" fontAlgn="base" hangingPunct="0">
              <a:spcBef>
                <a:spcPct val="30000"/>
              </a:spcBef>
              <a:spcAft>
                <a:spcPct val="0"/>
              </a:spcAft>
              <a:buClr>
                <a:srgbClr val="000000"/>
              </a:buClr>
              <a:buSzPct val="100000"/>
              <a:buFont typeface="Times New Roman" pitchFamily="16" charset="0"/>
              <a:tabLst>
                <a:tab pos="731935" algn="l"/>
                <a:tab pos="1463869" algn="l"/>
                <a:tab pos="2197381" algn="l"/>
                <a:tab pos="2929316" algn="l"/>
              </a:tabLst>
              <a:defRPr sz="1200">
                <a:solidFill>
                  <a:srgbClr val="000000"/>
                </a:solidFill>
                <a:latin typeface="Times New Roman" pitchFamily="16" charset="0"/>
              </a:defRPr>
            </a:lvl7pPr>
            <a:lvl8pPr marL="3407280" indent="-227152" defTabSz="446417" eaLnBrk="0" fontAlgn="base" hangingPunct="0">
              <a:spcBef>
                <a:spcPct val="30000"/>
              </a:spcBef>
              <a:spcAft>
                <a:spcPct val="0"/>
              </a:spcAft>
              <a:buClr>
                <a:srgbClr val="000000"/>
              </a:buClr>
              <a:buSzPct val="100000"/>
              <a:buFont typeface="Times New Roman" pitchFamily="16" charset="0"/>
              <a:tabLst>
                <a:tab pos="731935" algn="l"/>
                <a:tab pos="1463869" algn="l"/>
                <a:tab pos="2197381" algn="l"/>
                <a:tab pos="2929316" algn="l"/>
              </a:tabLst>
              <a:defRPr sz="1200">
                <a:solidFill>
                  <a:srgbClr val="000000"/>
                </a:solidFill>
                <a:latin typeface="Times New Roman" pitchFamily="16" charset="0"/>
              </a:defRPr>
            </a:lvl8pPr>
            <a:lvl9pPr marL="3861585" indent="-227152" defTabSz="446417" eaLnBrk="0" fontAlgn="base" hangingPunct="0">
              <a:spcBef>
                <a:spcPct val="30000"/>
              </a:spcBef>
              <a:spcAft>
                <a:spcPct val="0"/>
              </a:spcAft>
              <a:buClr>
                <a:srgbClr val="000000"/>
              </a:buClr>
              <a:buSzPct val="100000"/>
              <a:buFont typeface="Times New Roman" pitchFamily="16" charset="0"/>
              <a:tabLst>
                <a:tab pos="731935" algn="l"/>
                <a:tab pos="1463869" algn="l"/>
                <a:tab pos="2197381" algn="l"/>
                <a:tab pos="2929316" algn="l"/>
              </a:tabLst>
              <a:defRPr sz="1200">
                <a:solidFill>
                  <a:srgbClr val="000000"/>
                </a:solidFill>
                <a:latin typeface="Times New Roman" pitchFamily="16" charset="0"/>
              </a:defRPr>
            </a:lvl9pPr>
          </a:lstStyle>
          <a:p>
            <a:pPr eaLnBrk="1" hangingPunct="1">
              <a:spcBef>
                <a:spcPct val="0"/>
              </a:spcBef>
            </a:pPr>
            <a:fld id="{D833CD37-A5C2-40CB-B5C2-759074D3FAD7}" type="slidenum">
              <a:rPr lang="en-US" altLang="ja-JP" smtClean="0">
                <a:latin typeface="Calibri" pitchFamily="34" charset="0"/>
              </a:rPr>
              <a:pPr eaLnBrk="1" hangingPunct="1">
                <a:spcBef>
                  <a:spcPct val="0"/>
                </a:spcBef>
              </a:pPr>
              <a:t>1</a:t>
            </a:fld>
            <a:endParaRPr lang="en-US" altLang="ja-JP" smtClean="0">
              <a:latin typeface="Calibri" pitchFamily="34" charset="0"/>
            </a:endParaRPr>
          </a:p>
        </p:txBody>
      </p:sp>
      <p:sp>
        <p:nvSpPr>
          <p:cNvPr id="17411" name="Rectangle 1"/>
          <p:cNvSpPr>
            <a:spLocks noGrp="1" noRot="1" noChangeAspect="1" noChangeArrowheads="1" noTextEdit="1"/>
          </p:cNvSpPr>
          <p:nvPr>
            <p:ph type="sldImg"/>
          </p:nvPr>
        </p:nvSpPr>
        <p:spPr>
          <a:xfrm>
            <a:off x="941388" y="744538"/>
            <a:ext cx="4975225" cy="3732212"/>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2" name="Rectangle 2"/>
          <p:cNvSpPr>
            <a:spLocks noGrp="1" noChangeArrowheads="1"/>
          </p:cNvSpPr>
          <p:nvPr>
            <p:ph type="body" idx="1"/>
          </p:nvPr>
        </p:nvSpPr>
        <p:spPr>
          <a:xfrm>
            <a:off x="685959" y="4723887"/>
            <a:ext cx="5486084" cy="4474929"/>
          </a:xfrm>
          <a:noFill/>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ja-JP" smtClean="0"/>
          </a:p>
        </p:txBody>
      </p:sp>
    </p:spTree>
    <p:extLst>
      <p:ext uri="{BB962C8B-B14F-4D97-AF65-F5344CB8AC3E}">
        <p14:creationId xmlns:p14="http://schemas.microsoft.com/office/powerpoint/2010/main" val="3126372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マスター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smtClean="0"/>
              <a:t>マスター サブタイトルの書式設定</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3F184EE0-5BF9-42F7-91C0-DEA01FF9145A}" type="slidenum">
              <a:rPr lang="en-US"/>
              <a:pPr>
                <a:defRPr/>
              </a:pPr>
              <a:t>‹#›</a:t>
            </a:fld>
            <a:endParaRPr lang="en-US"/>
          </a:p>
        </p:txBody>
      </p:sp>
    </p:spTree>
    <p:extLst>
      <p:ext uri="{BB962C8B-B14F-4D97-AF65-F5344CB8AC3E}">
        <p14:creationId xmlns:p14="http://schemas.microsoft.com/office/powerpoint/2010/main" val="3889501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F265499D-4B11-4FD4-A1CA-412FAEE906C2}" type="slidenum">
              <a:rPr lang="en-US"/>
              <a:pPr>
                <a:defRPr/>
              </a:pPr>
              <a:t>‹#›</a:t>
            </a:fld>
            <a:endParaRPr lang="en-US"/>
          </a:p>
        </p:txBody>
      </p:sp>
    </p:spTree>
    <p:extLst>
      <p:ext uri="{BB962C8B-B14F-4D97-AF65-F5344CB8AC3E}">
        <p14:creationId xmlns:p14="http://schemas.microsoft.com/office/powerpoint/2010/main" val="2536520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マスター テキストの書式設定</a:t>
            </a:r>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15A7A415-C868-4F6F-AF26-BEFB5A838FB0}" type="slidenum">
              <a:rPr lang="en-US"/>
              <a:pPr>
                <a:defRPr/>
              </a:pPr>
              <a:t>‹#›</a:t>
            </a:fld>
            <a:endParaRPr lang="en-US"/>
          </a:p>
        </p:txBody>
      </p:sp>
    </p:spTree>
    <p:extLst>
      <p:ext uri="{BB962C8B-B14F-4D97-AF65-F5344CB8AC3E}">
        <p14:creationId xmlns:p14="http://schemas.microsoft.com/office/powerpoint/2010/main" val="3785078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457200" y="1752600"/>
            <a:ext cx="3732213"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4341813" y="1752600"/>
            <a:ext cx="3733800"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032DD8BE-155B-40DD-8270-919E76111CF8}" type="slidenum">
              <a:rPr lang="en-US"/>
              <a:pPr>
                <a:defRPr/>
              </a:pPr>
              <a:t>‹#›</a:t>
            </a:fld>
            <a:endParaRPr lang="en-US"/>
          </a:p>
        </p:txBody>
      </p:sp>
    </p:spTree>
    <p:extLst>
      <p:ext uri="{BB962C8B-B14F-4D97-AF65-F5344CB8AC3E}">
        <p14:creationId xmlns:p14="http://schemas.microsoft.com/office/powerpoint/2010/main" val="1071412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Rectangle 7"/>
          <p:cNvSpPr>
            <a:spLocks noGrp="1" noChangeArrowheads="1"/>
          </p:cNvSpPr>
          <p:nvPr>
            <p:ph type="dt" idx="10"/>
          </p:nvPr>
        </p:nvSpPr>
        <p:spPr>
          <a:ln/>
        </p:spPr>
        <p:txBody>
          <a:bodyPr/>
          <a:lstStyle>
            <a:lvl1pPr>
              <a:defRPr/>
            </a:lvl1pPr>
          </a:lstStyle>
          <a:p>
            <a:pPr>
              <a:defRPr/>
            </a:pPr>
            <a:endParaRPr lang="en-US"/>
          </a:p>
        </p:txBody>
      </p:sp>
      <p:sp>
        <p:nvSpPr>
          <p:cNvPr id="8" name="Rectangle 9"/>
          <p:cNvSpPr>
            <a:spLocks noGrp="1" noChangeArrowheads="1"/>
          </p:cNvSpPr>
          <p:nvPr>
            <p:ph type="sldNum" idx="11"/>
          </p:nvPr>
        </p:nvSpPr>
        <p:spPr>
          <a:ln/>
        </p:spPr>
        <p:txBody>
          <a:bodyPr/>
          <a:lstStyle>
            <a:lvl1pPr>
              <a:defRPr/>
            </a:lvl1pPr>
          </a:lstStyle>
          <a:p>
            <a:pPr>
              <a:defRPr/>
            </a:pPr>
            <a:fld id="{A33FE243-010D-441E-B1ED-8CE945144B37}" type="slidenum">
              <a:rPr lang="en-US"/>
              <a:pPr>
                <a:defRPr/>
              </a:pPr>
              <a:t>‹#›</a:t>
            </a:fld>
            <a:endParaRPr lang="en-US"/>
          </a:p>
        </p:txBody>
      </p:sp>
    </p:spTree>
    <p:extLst>
      <p:ext uri="{BB962C8B-B14F-4D97-AF65-F5344CB8AC3E}">
        <p14:creationId xmlns:p14="http://schemas.microsoft.com/office/powerpoint/2010/main" val="2161166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Rectangle 7"/>
          <p:cNvSpPr>
            <a:spLocks noGrp="1" noChangeArrowheads="1"/>
          </p:cNvSpPr>
          <p:nvPr>
            <p:ph type="dt" idx="10"/>
          </p:nvPr>
        </p:nvSpPr>
        <p:spPr>
          <a:ln/>
        </p:spPr>
        <p:txBody>
          <a:bodyPr/>
          <a:lstStyle>
            <a:lvl1pPr>
              <a:defRPr/>
            </a:lvl1pPr>
          </a:lstStyle>
          <a:p>
            <a:pPr>
              <a:defRPr/>
            </a:pPr>
            <a:endParaRPr lang="en-US"/>
          </a:p>
        </p:txBody>
      </p:sp>
      <p:sp>
        <p:nvSpPr>
          <p:cNvPr id="4" name="Rectangle 9"/>
          <p:cNvSpPr>
            <a:spLocks noGrp="1" noChangeArrowheads="1"/>
          </p:cNvSpPr>
          <p:nvPr>
            <p:ph type="sldNum" idx="11"/>
          </p:nvPr>
        </p:nvSpPr>
        <p:spPr>
          <a:ln/>
        </p:spPr>
        <p:txBody>
          <a:bodyPr/>
          <a:lstStyle>
            <a:lvl1pPr>
              <a:defRPr/>
            </a:lvl1pPr>
          </a:lstStyle>
          <a:p>
            <a:pPr>
              <a:defRPr/>
            </a:pPr>
            <a:fld id="{18798AF7-4541-44CC-A1CB-8A9ED66A024F}" type="slidenum">
              <a:rPr lang="en-US"/>
              <a:pPr>
                <a:defRPr/>
              </a:pPr>
              <a:t>‹#›</a:t>
            </a:fld>
            <a:endParaRPr lang="en-US"/>
          </a:p>
        </p:txBody>
      </p:sp>
    </p:spTree>
    <p:extLst>
      <p:ext uri="{BB962C8B-B14F-4D97-AF65-F5344CB8AC3E}">
        <p14:creationId xmlns:p14="http://schemas.microsoft.com/office/powerpoint/2010/main" val="2255842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7"/>
          <p:cNvSpPr>
            <a:spLocks noGrp="1" noChangeArrowheads="1"/>
          </p:cNvSpPr>
          <p:nvPr>
            <p:ph type="dt" idx="10"/>
          </p:nvPr>
        </p:nvSpPr>
        <p:spPr>
          <a:ln/>
        </p:spPr>
        <p:txBody>
          <a:bodyPr/>
          <a:lstStyle>
            <a:lvl1pPr>
              <a:defRPr/>
            </a:lvl1pPr>
          </a:lstStyle>
          <a:p>
            <a:pPr>
              <a:defRPr/>
            </a:pPr>
            <a:endParaRPr lang="en-US"/>
          </a:p>
        </p:txBody>
      </p:sp>
      <p:sp>
        <p:nvSpPr>
          <p:cNvPr id="3" name="Rectangle 9"/>
          <p:cNvSpPr>
            <a:spLocks noGrp="1" noChangeArrowheads="1"/>
          </p:cNvSpPr>
          <p:nvPr>
            <p:ph type="sldNum" idx="11"/>
          </p:nvPr>
        </p:nvSpPr>
        <p:spPr>
          <a:ln/>
        </p:spPr>
        <p:txBody>
          <a:bodyPr/>
          <a:lstStyle>
            <a:lvl1pPr>
              <a:defRPr/>
            </a:lvl1pPr>
          </a:lstStyle>
          <a:p>
            <a:pPr>
              <a:defRPr/>
            </a:pPr>
            <a:fld id="{E35EF4B3-1EE3-46BC-BFEE-F7DE816F633E}" type="slidenum">
              <a:rPr lang="en-US"/>
              <a:pPr>
                <a:defRPr/>
              </a:pPr>
              <a:t>‹#›</a:t>
            </a:fld>
            <a:endParaRPr lang="en-US"/>
          </a:p>
        </p:txBody>
      </p:sp>
    </p:spTree>
    <p:extLst>
      <p:ext uri="{BB962C8B-B14F-4D97-AF65-F5344CB8AC3E}">
        <p14:creationId xmlns:p14="http://schemas.microsoft.com/office/powerpoint/2010/main" val="2513428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lstStyle>
            <a:lvl1pPr algn="l">
              <a:defRPr sz="2000" b="1"/>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65E68599-2F4B-4F49-8E53-22D505F6EE27}" type="slidenum">
              <a:rPr lang="en-US"/>
              <a:pPr>
                <a:defRPr/>
              </a:pPr>
              <a:t>‹#›</a:t>
            </a:fld>
            <a:endParaRPr lang="en-US"/>
          </a:p>
        </p:txBody>
      </p:sp>
    </p:spTree>
    <p:extLst>
      <p:ext uri="{BB962C8B-B14F-4D97-AF65-F5344CB8AC3E}">
        <p14:creationId xmlns:p14="http://schemas.microsoft.com/office/powerpoint/2010/main" val="4073167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lstStyle>
            <a:lvl1pPr algn="l">
              <a:defRPr sz="2000" b="1"/>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smtClean="0"/>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7D7452EE-F074-4641-B2BE-609B2A36A12E}" type="slidenum">
              <a:rPr lang="en-US"/>
              <a:pPr>
                <a:defRPr/>
              </a:pPr>
              <a:t>‹#›</a:t>
            </a:fld>
            <a:endParaRPr lang="en-US"/>
          </a:p>
        </p:txBody>
      </p:sp>
    </p:spTree>
    <p:extLst>
      <p:ext uri="{BB962C8B-B14F-4D97-AF65-F5344CB8AC3E}">
        <p14:creationId xmlns:p14="http://schemas.microsoft.com/office/powerpoint/2010/main" val="1422288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C671E82A-3B9B-41AE-9540-FCCEC8975FF0}" type="slidenum">
              <a:rPr lang="en-US"/>
              <a:pPr>
                <a:defRPr/>
              </a:pPr>
              <a:t>‹#›</a:t>
            </a:fld>
            <a:endParaRPr lang="en-US"/>
          </a:p>
        </p:txBody>
      </p:sp>
    </p:spTree>
    <p:extLst>
      <p:ext uri="{BB962C8B-B14F-4D97-AF65-F5344CB8AC3E}">
        <p14:creationId xmlns:p14="http://schemas.microsoft.com/office/powerpoint/2010/main" val="3130682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172200" y="152400"/>
            <a:ext cx="1903413" cy="5972175"/>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457200" y="152400"/>
            <a:ext cx="5562600" cy="5972175"/>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1B577567-8AF9-4DA6-A9B9-D94A79EA135E}" type="slidenum">
              <a:rPr lang="en-US"/>
              <a:pPr>
                <a:defRPr/>
              </a:pPr>
              <a:t>‹#›</a:t>
            </a:fld>
            <a:endParaRPr lang="en-US"/>
          </a:p>
        </p:txBody>
      </p:sp>
    </p:spTree>
    <p:extLst>
      <p:ext uri="{BB962C8B-B14F-4D97-AF65-F5344CB8AC3E}">
        <p14:creationId xmlns:p14="http://schemas.microsoft.com/office/powerpoint/2010/main" val="3524091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マスター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smtClean="0"/>
              <a:t>マスター サブタイトルの書式設定</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CC9747BF-F464-43C8-9735-ACB2CD909AD0}" type="slidenum">
              <a:rPr lang="en-US"/>
              <a:pPr>
                <a:defRPr/>
              </a:pPr>
              <a:t>‹#›</a:t>
            </a:fld>
            <a:endParaRPr lang="en-US"/>
          </a:p>
        </p:txBody>
      </p:sp>
    </p:spTree>
    <p:extLst>
      <p:ext uri="{BB962C8B-B14F-4D97-AF65-F5344CB8AC3E}">
        <p14:creationId xmlns:p14="http://schemas.microsoft.com/office/powerpoint/2010/main" val="2250716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94FDA336-9FBC-4030-B64B-68130A281F1D}" type="slidenum">
              <a:rPr lang="en-US"/>
              <a:pPr>
                <a:defRPr/>
              </a:pPr>
              <a:t>‹#›</a:t>
            </a:fld>
            <a:endParaRPr lang="en-US"/>
          </a:p>
        </p:txBody>
      </p:sp>
    </p:spTree>
    <p:extLst>
      <p:ext uri="{BB962C8B-B14F-4D97-AF65-F5344CB8AC3E}">
        <p14:creationId xmlns:p14="http://schemas.microsoft.com/office/powerpoint/2010/main" val="3647133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マスター テキストの書式設定</a:t>
            </a:r>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148F3DF8-C885-4EBB-951D-E789082B0B67}" type="slidenum">
              <a:rPr lang="en-US"/>
              <a:pPr>
                <a:defRPr/>
              </a:pPr>
              <a:t>‹#›</a:t>
            </a:fld>
            <a:endParaRPr lang="en-US"/>
          </a:p>
        </p:txBody>
      </p:sp>
    </p:spTree>
    <p:extLst>
      <p:ext uri="{BB962C8B-B14F-4D97-AF65-F5344CB8AC3E}">
        <p14:creationId xmlns:p14="http://schemas.microsoft.com/office/powerpoint/2010/main" val="3306036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457200" y="1752600"/>
            <a:ext cx="3732213"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4341813" y="1752600"/>
            <a:ext cx="3733800" cy="4371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569ECCFE-9106-4C02-B6E6-98E3449321DB}" type="slidenum">
              <a:rPr lang="en-US"/>
              <a:pPr>
                <a:defRPr/>
              </a:pPr>
              <a:t>‹#›</a:t>
            </a:fld>
            <a:endParaRPr lang="en-US"/>
          </a:p>
        </p:txBody>
      </p:sp>
    </p:spTree>
    <p:extLst>
      <p:ext uri="{BB962C8B-B14F-4D97-AF65-F5344CB8AC3E}">
        <p14:creationId xmlns:p14="http://schemas.microsoft.com/office/powerpoint/2010/main" val="4010307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Rectangle 7"/>
          <p:cNvSpPr>
            <a:spLocks noGrp="1" noChangeArrowheads="1"/>
          </p:cNvSpPr>
          <p:nvPr>
            <p:ph type="dt" idx="10"/>
          </p:nvPr>
        </p:nvSpPr>
        <p:spPr>
          <a:ln/>
        </p:spPr>
        <p:txBody>
          <a:bodyPr/>
          <a:lstStyle>
            <a:lvl1pPr>
              <a:defRPr/>
            </a:lvl1pPr>
          </a:lstStyle>
          <a:p>
            <a:pPr>
              <a:defRPr/>
            </a:pPr>
            <a:endParaRPr lang="en-US"/>
          </a:p>
        </p:txBody>
      </p:sp>
      <p:sp>
        <p:nvSpPr>
          <p:cNvPr id="8" name="Rectangle 9"/>
          <p:cNvSpPr>
            <a:spLocks noGrp="1" noChangeArrowheads="1"/>
          </p:cNvSpPr>
          <p:nvPr>
            <p:ph type="sldNum" idx="11"/>
          </p:nvPr>
        </p:nvSpPr>
        <p:spPr>
          <a:ln/>
        </p:spPr>
        <p:txBody>
          <a:bodyPr/>
          <a:lstStyle>
            <a:lvl1pPr>
              <a:defRPr/>
            </a:lvl1pPr>
          </a:lstStyle>
          <a:p>
            <a:pPr>
              <a:defRPr/>
            </a:pPr>
            <a:fld id="{3879A398-D733-4B59-9157-44039C155AC6}" type="slidenum">
              <a:rPr lang="en-US"/>
              <a:pPr>
                <a:defRPr/>
              </a:pPr>
              <a:t>‹#›</a:t>
            </a:fld>
            <a:endParaRPr lang="en-US"/>
          </a:p>
        </p:txBody>
      </p:sp>
    </p:spTree>
    <p:extLst>
      <p:ext uri="{BB962C8B-B14F-4D97-AF65-F5344CB8AC3E}">
        <p14:creationId xmlns:p14="http://schemas.microsoft.com/office/powerpoint/2010/main" val="17963080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Rectangle 7"/>
          <p:cNvSpPr>
            <a:spLocks noGrp="1" noChangeArrowheads="1"/>
          </p:cNvSpPr>
          <p:nvPr>
            <p:ph type="dt" idx="10"/>
          </p:nvPr>
        </p:nvSpPr>
        <p:spPr>
          <a:ln/>
        </p:spPr>
        <p:txBody>
          <a:bodyPr/>
          <a:lstStyle>
            <a:lvl1pPr>
              <a:defRPr/>
            </a:lvl1pPr>
          </a:lstStyle>
          <a:p>
            <a:pPr>
              <a:defRPr/>
            </a:pPr>
            <a:endParaRPr lang="en-US"/>
          </a:p>
        </p:txBody>
      </p:sp>
      <p:sp>
        <p:nvSpPr>
          <p:cNvPr id="4" name="Rectangle 9"/>
          <p:cNvSpPr>
            <a:spLocks noGrp="1" noChangeArrowheads="1"/>
          </p:cNvSpPr>
          <p:nvPr>
            <p:ph type="sldNum" idx="11"/>
          </p:nvPr>
        </p:nvSpPr>
        <p:spPr>
          <a:ln/>
        </p:spPr>
        <p:txBody>
          <a:bodyPr/>
          <a:lstStyle>
            <a:lvl1pPr>
              <a:defRPr/>
            </a:lvl1pPr>
          </a:lstStyle>
          <a:p>
            <a:pPr>
              <a:defRPr/>
            </a:pPr>
            <a:fld id="{303798B2-D7FD-4B18-A513-E9012DF828C6}" type="slidenum">
              <a:rPr lang="en-US"/>
              <a:pPr>
                <a:defRPr/>
              </a:pPr>
              <a:t>‹#›</a:t>
            </a:fld>
            <a:endParaRPr lang="en-US"/>
          </a:p>
        </p:txBody>
      </p:sp>
    </p:spTree>
    <p:extLst>
      <p:ext uri="{BB962C8B-B14F-4D97-AF65-F5344CB8AC3E}">
        <p14:creationId xmlns:p14="http://schemas.microsoft.com/office/powerpoint/2010/main" val="18466013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7"/>
          <p:cNvSpPr>
            <a:spLocks noGrp="1" noChangeArrowheads="1"/>
          </p:cNvSpPr>
          <p:nvPr>
            <p:ph type="dt" idx="10"/>
          </p:nvPr>
        </p:nvSpPr>
        <p:spPr>
          <a:ln/>
        </p:spPr>
        <p:txBody>
          <a:bodyPr/>
          <a:lstStyle>
            <a:lvl1pPr>
              <a:defRPr/>
            </a:lvl1pPr>
          </a:lstStyle>
          <a:p>
            <a:pPr>
              <a:defRPr/>
            </a:pPr>
            <a:endParaRPr lang="en-US"/>
          </a:p>
        </p:txBody>
      </p:sp>
      <p:sp>
        <p:nvSpPr>
          <p:cNvPr id="3" name="Rectangle 9"/>
          <p:cNvSpPr>
            <a:spLocks noGrp="1" noChangeArrowheads="1"/>
          </p:cNvSpPr>
          <p:nvPr>
            <p:ph type="sldNum" idx="11"/>
          </p:nvPr>
        </p:nvSpPr>
        <p:spPr>
          <a:ln/>
        </p:spPr>
        <p:txBody>
          <a:bodyPr/>
          <a:lstStyle>
            <a:lvl1pPr>
              <a:defRPr/>
            </a:lvl1pPr>
          </a:lstStyle>
          <a:p>
            <a:pPr>
              <a:defRPr/>
            </a:pPr>
            <a:fld id="{66C5B613-4204-4FA2-A6DF-426DD0153213}" type="slidenum">
              <a:rPr lang="en-US"/>
              <a:pPr>
                <a:defRPr/>
              </a:pPr>
              <a:t>‹#›</a:t>
            </a:fld>
            <a:endParaRPr lang="en-US"/>
          </a:p>
        </p:txBody>
      </p:sp>
    </p:spTree>
    <p:extLst>
      <p:ext uri="{BB962C8B-B14F-4D97-AF65-F5344CB8AC3E}">
        <p14:creationId xmlns:p14="http://schemas.microsoft.com/office/powerpoint/2010/main" val="42842759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lstStyle>
            <a:lvl1pPr algn="l">
              <a:defRPr sz="2000" b="1"/>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E1FB9C4C-3314-4B0F-B9A0-A77CCA50F695}" type="slidenum">
              <a:rPr lang="en-US"/>
              <a:pPr>
                <a:defRPr/>
              </a:pPr>
              <a:t>‹#›</a:t>
            </a:fld>
            <a:endParaRPr lang="en-US"/>
          </a:p>
        </p:txBody>
      </p:sp>
    </p:spTree>
    <p:extLst>
      <p:ext uri="{BB962C8B-B14F-4D97-AF65-F5344CB8AC3E}">
        <p14:creationId xmlns:p14="http://schemas.microsoft.com/office/powerpoint/2010/main" val="461347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lstStyle>
            <a:lvl1pPr algn="l">
              <a:defRPr sz="2000" b="1"/>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smtClean="0"/>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Rectangle 7"/>
          <p:cNvSpPr>
            <a:spLocks noGrp="1" noChangeArrowheads="1"/>
          </p:cNvSpPr>
          <p:nvPr>
            <p:ph type="dt" idx="10"/>
          </p:nvPr>
        </p:nvSpPr>
        <p:spPr>
          <a:ln/>
        </p:spPr>
        <p:txBody>
          <a:bodyPr/>
          <a:lstStyle>
            <a:lvl1pPr>
              <a:defRPr/>
            </a:lvl1pPr>
          </a:lstStyle>
          <a:p>
            <a:pPr>
              <a:defRPr/>
            </a:pPr>
            <a:endParaRPr lang="en-US"/>
          </a:p>
        </p:txBody>
      </p:sp>
      <p:sp>
        <p:nvSpPr>
          <p:cNvPr id="6" name="Rectangle 9"/>
          <p:cNvSpPr>
            <a:spLocks noGrp="1" noChangeArrowheads="1"/>
          </p:cNvSpPr>
          <p:nvPr>
            <p:ph type="sldNum" idx="11"/>
          </p:nvPr>
        </p:nvSpPr>
        <p:spPr>
          <a:ln/>
        </p:spPr>
        <p:txBody>
          <a:bodyPr/>
          <a:lstStyle>
            <a:lvl1pPr>
              <a:defRPr/>
            </a:lvl1pPr>
          </a:lstStyle>
          <a:p>
            <a:pPr>
              <a:defRPr/>
            </a:pPr>
            <a:fld id="{39B2A254-56CF-4B7B-B46F-F29482F8B684}" type="slidenum">
              <a:rPr lang="en-US"/>
              <a:pPr>
                <a:defRPr/>
              </a:pPr>
              <a:t>‹#›</a:t>
            </a:fld>
            <a:endParaRPr lang="en-US"/>
          </a:p>
        </p:txBody>
      </p:sp>
    </p:spTree>
    <p:extLst>
      <p:ext uri="{BB962C8B-B14F-4D97-AF65-F5344CB8AC3E}">
        <p14:creationId xmlns:p14="http://schemas.microsoft.com/office/powerpoint/2010/main" val="2744161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003D3117-2DF7-4F37-964D-942335BDE1ED}" type="slidenum">
              <a:rPr lang="en-US"/>
              <a:pPr>
                <a:defRPr/>
              </a:pPr>
              <a:t>‹#›</a:t>
            </a:fld>
            <a:endParaRPr lang="en-US"/>
          </a:p>
        </p:txBody>
      </p:sp>
    </p:spTree>
    <p:extLst>
      <p:ext uri="{BB962C8B-B14F-4D97-AF65-F5344CB8AC3E}">
        <p14:creationId xmlns:p14="http://schemas.microsoft.com/office/powerpoint/2010/main" val="8234816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172200" y="152400"/>
            <a:ext cx="1903413" cy="5972175"/>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457200" y="152400"/>
            <a:ext cx="5562600" cy="5972175"/>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Rectangle 7"/>
          <p:cNvSpPr>
            <a:spLocks noGrp="1" noChangeArrowheads="1"/>
          </p:cNvSpPr>
          <p:nvPr>
            <p:ph type="dt" idx="10"/>
          </p:nvPr>
        </p:nvSpPr>
        <p:spPr>
          <a:ln/>
        </p:spPr>
        <p:txBody>
          <a:bodyPr/>
          <a:lstStyle>
            <a:lvl1pPr>
              <a:defRPr/>
            </a:lvl1pPr>
          </a:lstStyle>
          <a:p>
            <a:pPr>
              <a:defRPr/>
            </a:pPr>
            <a:endParaRPr lang="en-US"/>
          </a:p>
        </p:txBody>
      </p:sp>
      <p:sp>
        <p:nvSpPr>
          <p:cNvPr id="5" name="Rectangle 9"/>
          <p:cNvSpPr>
            <a:spLocks noGrp="1" noChangeArrowheads="1"/>
          </p:cNvSpPr>
          <p:nvPr>
            <p:ph type="sldNum" idx="11"/>
          </p:nvPr>
        </p:nvSpPr>
        <p:spPr>
          <a:ln/>
        </p:spPr>
        <p:txBody>
          <a:bodyPr/>
          <a:lstStyle>
            <a:lvl1pPr>
              <a:defRPr/>
            </a:lvl1pPr>
          </a:lstStyle>
          <a:p>
            <a:pPr>
              <a:defRPr/>
            </a:pPr>
            <a:fld id="{365BF494-F976-435F-85C4-05E4FA39D829}" type="slidenum">
              <a:rPr lang="en-US"/>
              <a:pPr>
                <a:defRPr/>
              </a:pPr>
              <a:t>‹#›</a:t>
            </a:fld>
            <a:endParaRPr lang="en-US"/>
          </a:p>
        </p:txBody>
      </p:sp>
    </p:spTree>
    <p:extLst>
      <p:ext uri="{BB962C8B-B14F-4D97-AF65-F5344CB8AC3E}">
        <p14:creationId xmlns:p14="http://schemas.microsoft.com/office/powerpoint/2010/main" val="4065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p:cNvSpPr>
            <a:spLocks noChangeArrowheads="1"/>
          </p:cNvSpPr>
          <p:nvPr/>
        </p:nvSpPr>
        <p:spPr bwMode="auto">
          <a:xfrm>
            <a:off x="9001125" y="0"/>
            <a:ext cx="142875" cy="1371600"/>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1" name="Rectangle 2"/>
          <p:cNvSpPr>
            <a:spLocks noChangeArrowheads="1"/>
          </p:cNvSpPr>
          <p:nvPr/>
        </p:nvSpPr>
        <p:spPr bwMode="auto">
          <a:xfrm>
            <a:off x="9001125" y="1371600"/>
            <a:ext cx="142875" cy="5486400"/>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2" name="Rectangle 3"/>
          <p:cNvSpPr>
            <a:spLocks noChangeArrowheads="1"/>
          </p:cNvSpPr>
          <p:nvPr/>
        </p:nvSpPr>
        <p:spPr bwMode="auto">
          <a:xfrm>
            <a:off x="9001125" y="4846638"/>
            <a:ext cx="142875" cy="2011362"/>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3" name="Rectangle 4"/>
          <p:cNvSpPr>
            <a:spLocks noChangeArrowheads="1"/>
          </p:cNvSpPr>
          <p:nvPr/>
        </p:nvSpPr>
        <p:spPr bwMode="auto">
          <a:xfrm>
            <a:off x="9001125" y="0"/>
            <a:ext cx="142875" cy="4846638"/>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2054" name="Rectangle 5"/>
          <p:cNvSpPr>
            <a:spLocks noGrp="1" noChangeArrowheads="1"/>
          </p:cNvSpPr>
          <p:nvPr>
            <p:ph type="title"/>
          </p:nvPr>
        </p:nvSpPr>
        <p:spPr bwMode="auto">
          <a:xfrm>
            <a:off x="457200" y="152400"/>
            <a:ext cx="5789613"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p>
            <a:pPr lvl="0"/>
            <a:r>
              <a:rPr lang="en-GB" altLang="ja-JP" smtClean="0"/>
              <a:t>Click to edit the title text format</a:t>
            </a:r>
          </a:p>
        </p:txBody>
      </p:sp>
      <p:sp>
        <p:nvSpPr>
          <p:cNvPr id="2055" name="Rectangle 6"/>
          <p:cNvSpPr>
            <a:spLocks noGrp="1" noChangeArrowheads="1"/>
          </p:cNvSpPr>
          <p:nvPr>
            <p:ph type="body" idx="1"/>
          </p:nvPr>
        </p:nvSpPr>
        <p:spPr bwMode="auto">
          <a:xfrm>
            <a:off x="457200" y="1752600"/>
            <a:ext cx="7618413" cy="437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ja-JP" smtClean="0"/>
              <a:t>Click to edit the outline text format</a:t>
            </a:r>
          </a:p>
          <a:p>
            <a:pPr lvl="1"/>
            <a:r>
              <a:rPr lang="en-GB" altLang="ja-JP" smtClean="0"/>
              <a:t>Second Outline Level</a:t>
            </a:r>
          </a:p>
          <a:p>
            <a:pPr lvl="2"/>
            <a:r>
              <a:rPr lang="en-GB" altLang="ja-JP" smtClean="0"/>
              <a:t>Third Outline Level</a:t>
            </a:r>
          </a:p>
          <a:p>
            <a:pPr lvl="3"/>
            <a:r>
              <a:rPr lang="en-GB" altLang="ja-JP" smtClean="0"/>
              <a:t>Fourth Outline Level</a:t>
            </a:r>
          </a:p>
          <a:p>
            <a:pPr lvl="4"/>
            <a:r>
              <a:rPr lang="en-GB" altLang="ja-JP" smtClean="0"/>
              <a:t>Fifth Outline Level</a:t>
            </a:r>
          </a:p>
          <a:p>
            <a:pPr lvl="4"/>
            <a:r>
              <a:rPr lang="en-GB" altLang="ja-JP" smtClean="0"/>
              <a:t>Sixth Outline Level</a:t>
            </a:r>
          </a:p>
          <a:p>
            <a:pPr lvl="4"/>
            <a:r>
              <a:rPr lang="en-GB" altLang="ja-JP" smtClean="0"/>
              <a:t>Seventh Outline Level</a:t>
            </a:r>
          </a:p>
          <a:p>
            <a:pPr lvl="4"/>
            <a:r>
              <a:rPr lang="en-GB" altLang="ja-JP" smtClean="0"/>
              <a:t>Eighth Outline Level</a:t>
            </a:r>
          </a:p>
          <a:p>
            <a:pPr lvl="4"/>
            <a:r>
              <a:rPr lang="en-GB" altLang="ja-JP" smtClean="0"/>
              <a:t>Ninth Outline Level</a:t>
            </a:r>
          </a:p>
        </p:txBody>
      </p:sp>
      <p:sp>
        <p:nvSpPr>
          <p:cNvPr id="2" name="Rectangle 7"/>
          <p:cNvSpPr>
            <a:spLocks noGrp="1" noChangeArrowheads="1"/>
          </p:cNvSpPr>
          <p:nvPr>
            <p:ph type="dt"/>
          </p:nvPr>
        </p:nvSpPr>
        <p:spPr bwMode="auto">
          <a:xfrm>
            <a:off x="457200" y="6172200"/>
            <a:ext cx="3427413"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 pos="1447800" algn="l"/>
                <a:tab pos="2171700" algn="l"/>
                <a:tab pos="2895600" algn="l"/>
              </a:tabLst>
              <a:defRPr sz="1000">
                <a:solidFill>
                  <a:srgbClr val="000000"/>
                </a:solidFill>
                <a:latin typeface="Times New Roman" pitchFamily="16" charset="0"/>
                <a:ea typeface="ＭＳ Ｐ明朝" charset="-128"/>
              </a:defRPr>
            </a:lvl1pPr>
          </a:lstStyle>
          <a:p>
            <a:pPr>
              <a:defRPr/>
            </a:pPr>
            <a:endParaRPr lang="en-US"/>
          </a:p>
        </p:txBody>
      </p:sp>
      <p:sp>
        <p:nvSpPr>
          <p:cNvPr id="2057" name="Text Box 8"/>
          <p:cNvSpPr txBox="1">
            <a:spLocks noChangeArrowheads="1"/>
          </p:cNvSpPr>
          <p:nvPr/>
        </p:nvSpPr>
        <p:spPr bwMode="auto">
          <a:xfrm>
            <a:off x="457200" y="6492875"/>
            <a:ext cx="3429000"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 name="Rectangle 9"/>
          <p:cNvSpPr>
            <a:spLocks noGrp="1" noChangeArrowheads="1"/>
          </p:cNvSpPr>
          <p:nvPr>
            <p:ph type="sldNum"/>
          </p:nvPr>
        </p:nvSpPr>
        <p:spPr bwMode="auto">
          <a:xfrm>
            <a:off x="8655050" y="6726238"/>
            <a:ext cx="131445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Lst>
              <a:defRPr sz="2400" b="1">
                <a:solidFill>
                  <a:srgbClr val="000000"/>
                </a:solidFill>
                <a:latin typeface="Times New Roman" pitchFamily="16" charset="0"/>
                <a:ea typeface="ＭＳ Ｐ明朝" charset="-128"/>
              </a:defRPr>
            </a:lvl1pPr>
          </a:lstStyle>
          <a:p>
            <a:pPr>
              <a:defRPr/>
            </a:pPr>
            <a:fld id="{F05F1092-DBCF-42E0-B00A-11C5A31D19D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2pPr>
      <a:lvl3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3pPr>
      <a:lvl4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4pPr>
      <a:lvl5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5pPr>
      <a:lvl6pPr marL="25146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6pPr>
      <a:lvl7pPr marL="29718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7pPr>
      <a:lvl8pPr marL="34290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8pPr>
      <a:lvl9pPr marL="38862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9pPr>
    </p:titleStyle>
    <p:bodyStyle>
      <a:lvl1pPr marL="342900" indent="-342900" algn="l" defTabSz="449263" rtl="0" eaLnBrk="0" fontAlgn="base" hangingPunct="0">
        <a:spcBef>
          <a:spcPts val="500"/>
        </a:spcBef>
        <a:spcAft>
          <a:spcPts val="600"/>
        </a:spcAft>
        <a:buClr>
          <a:srgbClr val="000000"/>
        </a:buClr>
        <a:buSzPct val="100000"/>
        <a:buFont typeface="Times New Roman" pitchFamily="16" charset="0"/>
        <a:defRPr sz="2000" b="1">
          <a:solidFill>
            <a:srgbClr val="000000"/>
          </a:solidFill>
          <a:latin typeface="+mn-lt"/>
          <a:ea typeface="+mn-ea"/>
          <a:cs typeface="+mn-cs"/>
        </a:defRPr>
      </a:lvl1pPr>
      <a:lvl2pPr marL="742950" indent="-28575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2pPr>
      <a:lvl3pPr marL="1143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3pPr>
      <a:lvl4pPr marL="1600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4pPr>
      <a:lvl5pPr marL="20574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5pPr>
      <a:lvl6pPr marL="25146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6pPr>
      <a:lvl7pPr marL="29718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7pPr>
      <a:lvl8pPr marL="3429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8pPr>
      <a:lvl9pPr marL="3886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Rectangle 1"/>
          <p:cNvSpPr>
            <a:spLocks noChangeArrowheads="1"/>
          </p:cNvSpPr>
          <p:nvPr/>
        </p:nvSpPr>
        <p:spPr bwMode="auto">
          <a:xfrm>
            <a:off x="9001125" y="0"/>
            <a:ext cx="142875" cy="1371600"/>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5" name="Rectangle 2"/>
          <p:cNvSpPr>
            <a:spLocks noChangeArrowheads="1"/>
          </p:cNvSpPr>
          <p:nvPr/>
        </p:nvSpPr>
        <p:spPr bwMode="auto">
          <a:xfrm>
            <a:off x="9001125" y="1371600"/>
            <a:ext cx="142875" cy="5486400"/>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6" name="Rectangle 3"/>
          <p:cNvSpPr>
            <a:spLocks noChangeArrowheads="1"/>
          </p:cNvSpPr>
          <p:nvPr/>
        </p:nvSpPr>
        <p:spPr bwMode="auto">
          <a:xfrm>
            <a:off x="9001125" y="4846638"/>
            <a:ext cx="142875" cy="2011362"/>
          </a:xfrm>
          <a:prstGeom prst="rect">
            <a:avLst/>
          </a:prstGeom>
          <a:solidFill>
            <a:srgbClr val="D1282E"/>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7" name="Rectangle 4"/>
          <p:cNvSpPr>
            <a:spLocks noChangeArrowheads="1"/>
          </p:cNvSpPr>
          <p:nvPr/>
        </p:nvSpPr>
        <p:spPr bwMode="auto">
          <a:xfrm>
            <a:off x="9001125" y="0"/>
            <a:ext cx="142875" cy="4846638"/>
          </a:xfrm>
          <a:prstGeom prst="rect">
            <a:avLst/>
          </a:prstGeom>
          <a:solidFill>
            <a:srgbClr val="000000"/>
          </a:solidFill>
          <a:ln>
            <a:noFill/>
          </a:ln>
          <a:effectLst/>
          <a:extLs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078" name="Rectangle 5"/>
          <p:cNvSpPr>
            <a:spLocks noGrp="1" noChangeArrowheads="1"/>
          </p:cNvSpPr>
          <p:nvPr>
            <p:ph type="title"/>
          </p:nvPr>
        </p:nvSpPr>
        <p:spPr bwMode="auto">
          <a:xfrm>
            <a:off x="457200" y="152400"/>
            <a:ext cx="5789613"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b" anchorCtr="0" compatLnSpc="1">
            <a:prstTxWarp prst="textNoShape">
              <a:avLst/>
            </a:prstTxWarp>
          </a:bodyPr>
          <a:lstStyle/>
          <a:p>
            <a:pPr lvl="0"/>
            <a:r>
              <a:rPr lang="en-GB" altLang="ja-JP" smtClean="0"/>
              <a:t>Click to edit the title text format</a:t>
            </a:r>
          </a:p>
        </p:txBody>
      </p:sp>
      <p:sp>
        <p:nvSpPr>
          <p:cNvPr id="3079" name="Rectangle 6"/>
          <p:cNvSpPr>
            <a:spLocks noGrp="1" noChangeArrowheads="1"/>
          </p:cNvSpPr>
          <p:nvPr>
            <p:ph type="body" idx="1"/>
          </p:nvPr>
        </p:nvSpPr>
        <p:spPr bwMode="auto">
          <a:xfrm>
            <a:off x="457200" y="1752600"/>
            <a:ext cx="7618413" cy="437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ja-JP" smtClean="0"/>
              <a:t>Click to edit the outline text format</a:t>
            </a:r>
          </a:p>
          <a:p>
            <a:pPr lvl="1"/>
            <a:r>
              <a:rPr lang="en-GB" altLang="ja-JP" smtClean="0"/>
              <a:t>Second Outline Level</a:t>
            </a:r>
          </a:p>
          <a:p>
            <a:pPr lvl="2"/>
            <a:r>
              <a:rPr lang="en-GB" altLang="ja-JP" smtClean="0"/>
              <a:t>Third Outline Level</a:t>
            </a:r>
          </a:p>
          <a:p>
            <a:pPr lvl="3"/>
            <a:r>
              <a:rPr lang="en-GB" altLang="ja-JP" smtClean="0"/>
              <a:t>Fourth Outline Level</a:t>
            </a:r>
          </a:p>
          <a:p>
            <a:pPr lvl="4"/>
            <a:r>
              <a:rPr lang="en-GB" altLang="ja-JP" smtClean="0"/>
              <a:t>Fifth Outline Level</a:t>
            </a:r>
          </a:p>
          <a:p>
            <a:pPr lvl="4"/>
            <a:r>
              <a:rPr lang="en-GB" altLang="ja-JP" smtClean="0"/>
              <a:t>Sixth Outline Level</a:t>
            </a:r>
          </a:p>
          <a:p>
            <a:pPr lvl="4"/>
            <a:r>
              <a:rPr lang="en-GB" altLang="ja-JP" smtClean="0"/>
              <a:t>Seventh Outline Level</a:t>
            </a:r>
          </a:p>
          <a:p>
            <a:pPr lvl="4"/>
            <a:r>
              <a:rPr lang="en-GB" altLang="ja-JP" smtClean="0"/>
              <a:t>Eighth Outline Level</a:t>
            </a:r>
          </a:p>
          <a:p>
            <a:pPr lvl="4"/>
            <a:r>
              <a:rPr lang="en-GB" altLang="ja-JP" smtClean="0"/>
              <a:t>Ninth Outline Level</a:t>
            </a:r>
          </a:p>
        </p:txBody>
      </p:sp>
      <p:sp>
        <p:nvSpPr>
          <p:cNvPr id="2" name="Rectangle 7"/>
          <p:cNvSpPr>
            <a:spLocks noGrp="1" noChangeArrowheads="1"/>
          </p:cNvSpPr>
          <p:nvPr>
            <p:ph type="dt"/>
          </p:nvPr>
        </p:nvSpPr>
        <p:spPr bwMode="auto">
          <a:xfrm>
            <a:off x="457200" y="6172200"/>
            <a:ext cx="3427413"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 pos="1447800" algn="l"/>
                <a:tab pos="2171700" algn="l"/>
                <a:tab pos="2895600" algn="l"/>
              </a:tabLst>
              <a:defRPr sz="1000">
                <a:solidFill>
                  <a:srgbClr val="000000"/>
                </a:solidFill>
                <a:latin typeface="Times New Roman" pitchFamily="16" charset="0"/>
                <a:ea typeface="ＭＳ Ｐ明朝" charset="-128"/>
              </a:defRPr>
            </a:lvl1pPr>
          </a:lstStyle>
          <a:p>
            <a:pPr>
              <a:defRPr/>
            </a:pPr>
            <a:endParaRPr lang="en-US"/>
          </a:p>
        </p:txBody>
      </p:sp>
      <p:sp>
        <p:nvSpPr>
          <p:cNvPr id="3081" name="Text Box 8"/>
          <p:cNvSpPr txBox="1">
            <a:spLocks noChangeArrowheads="1"/>
          </p:cNvSpPr>
          <p:nvPr/>
        </p:nvSpPr>
        <p:spPr bwMode="auto">
          <a:xfrm>
            <a:off x="457200" y="6492875"/>
            <a:ext cx="3429000"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ja-JP" altLang="en-US"/>
          </a:p>
        </p:txBody>
      </p:sp>
      <p:sp>
        <p:nvSpPr>
          <p:cNvPr id="3" name="Rectangle 9"/>
          <p:cNvSpPr>
            <a:spLocks noGrp="1" noChangeArrowheads="1"/>
          </p:cNvSpPr>
          <p:nvPr>
            <p:ph type="sldNum"/>
          </p:nvPr>
        </p:nvSpPr>
        <p:spPr bwMode="auto">
          <a:xfrm>
            <a:off x="8655050" y="6726238"/>
            <a:ext cx="131445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lvl1pPr>
              <a:buSzPct val="45000"/>
              <a:buFont typeface="Wingdings" charset="2"/>
              <a:buNone/>
              <a:tabLst>
                <a:tab pos="723900" algn="l"/>
              </a:tabLst>
              <a:defRPr sz="2400" b="1">
                <a:solidFill>
                  <a:srgbClr val="000000"/>
                </a:solidFill>
                <a:latin typeface="Times New Roman" pitchFamily="16" charset="0"/>
                <a:ea typeface="ＭＳ Ｐ明朝" charset="-128"/>
              </a:defRPr>
            </a:lvl1pPr>
          </a:lstStyle>
          <a:p>
            <a:pPr>
              <a:defRPr/>
            </a:pPr>
            <a:fld id="{C70881AF-5E91-4853-8375-7FC7BF4E016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2pPr>
      <a:lvl3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3pPr>
      <a:lvl4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4pPr>
      <a:lvl5pPr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5pPr>
      <a:lvl6pPr marL="25146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6pPr>
      <a:lvl7pPr marL="29718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7pPr>
      <a:lvl8pPr marL="34290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8pPr>
      <a:lvl9pPr marL="3886200" indent="-228600" algn="l" defTabSz="449263" rtl="0" eaLnBrk="0" fontAlgn="base" hangingPunct="0">
        <a:spcBef>
          <a:spcPct val="0"/>
        </a:spcBef>
        <a:spcAft>
          <a:spcPct val="0"/>
        </a:spcAft>
        <a:buClr>
          <a:srgbClr val="000000"/>
        </a:buClr>
        <a:buSzPct val="100000"/>
        <a:buFont typeface="Times New Roman" pitchFamily="16" charset="0"/>
        <a:defRPr sz="3600">
          <a:solidFill>
            <a:srgbClr val="D1282E"/>
          </a:solidFill>
          <a:latin typeface="Arial Black" pitchFamily="32" charset="0"/>
          <a:ea typeface="ＭＳ Ｐゴシック" charset="-128"/>
        </a:defRPr>
      </a:lvl9pPr>
    </p:titleStyle>
    <p:bodyStyle>
      <a:lvl1pPr marL="342900" indent="-342900" algn="l" defTabSz="449263" rtl="0" eaLnBrk="0" fontAlgn="base" hangingPunct="0">
        <a:spcBef>
          <a:spcPts val="500"/>
        </a:spcBef>
        <a:spcAft>
          <a:spcPts val="600"/>
        </a:spcAft>
        <a:buClr>
          <a:srgbClr val="000000"/>
        </a:buClr>
        <a:buSzPct val="100000"/>
        <a:buFont typeface="Times New Roman" pitchFamily="16" charset="0"/>
        <a:defRPr sz="2000" b="1">
          <a:solidFill>
            <a:srgbClr val="000000"/>
          </a:solidFill>
          <a:latin typeface="+mn-lt"/>
          <a:ea typeface="+mn-ea"/>
          <a:cs typeface="+mn-cs"/>
        </a:defRPr>
      </a:lvl1pPr>
      <a:lvl2pPr marL="742950" indent="-285750" algn="l" defTabSz="449263"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mn-lt"/>
          <a:ea typeface="+mn-ea"/>
        </a:defRPr>
      </a:lvl2pPr>
      <a:lvl3pPr marL="1143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3pPr>
      <a:lvl4pPr marL="1600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4pPr>
      <a:lvl5pPr marL="20574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5pPr>
      <a:lvl6pPr marL="25146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6pPr>
      <a:lvl7pPr marL="29718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7pPr>
      <a:lvl8pPr marL="34290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8pPr>
      <a:lvl9pPr marL="3886200" indent="-228600" algn="l" defTabSz="449263" rtl="0" eaLnBrk="0" fontAlgn="base" hangingPunct="0">
        <a:spcBef>
          <a:spcPts val="450"/>
        </a:spcBef>
        <a:spcAft>
          <a:spcPct val="0"/>
        </a:spcAft>
        <a:buClr>
          <a:srgbClr val="000000"/>
        </a:buClr>
        <a:buSzPct val="100000"/>
        <a:buFont typeface="Times New Roman" pitchFamily="16" charset="0"/>
        <a:defRPr>
          <a:solidFill>
            <a:srgbClr val="000000"/>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gif"/><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gif"/></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1"/>
          <p:cNvSpPr txBox="1">
            <a:spLocks noChangeArrowheads="1"/>
          </p:cNvSpPr>
          <p:nvPr/>
        </p:nvSpPr>
        <p:spPr bwMode="auto">
          <a:xfrm>
            <a:off x="457200" y="476250"/>
            <a:ext cx="8218488" cy="496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algn="ctr" eaLnBrk="1" hangingPunct="1">
              <a:spcBef>
                <a:spcPct val="0"/>
              </a:spcBef>
              <a:spcAft>
                <a:spcPct val="0"/>
              </a:spcAft>
              <a:buClrTx/>
              <a:buFontTx/>
              <a:buNone/>
            </a:pPr>
            <a:r>
              <a:rPr lang="en-US" altLang="ja-JP" sz="5400" b="0" dirty="0">
                <a:latin typeface="Arial Black" pitchFamily="32" charset="0"/>
              </a:rPr>
              <a:t/>
            </a:r>
            <a:br>
              <a:rPr lang="en-US" altLang="ja-JP" sz="5400" b="0" dirty="0">
                <a:latin typeface="Arial Black" pitchFamily="32" charset="0"/>
              </a:rPr>
            </a:br>
            <a:r>
              <a:rPr lang="ja-JP" altLang="en-US" sz="3200" b="0" dirty="0" smtClean="0">
                <a:latin typeface="HG丸ｺﾞｼｯｸM-PRO" pitchFamily="48" charset="-128"/>
                <a:ea typeface="HG丸ｺﾞｼｯｸM-PRO" pitchFamily="48" charset="-128"/>
              </a:rPr>
              <a:t>一般社団法人チャレンジド尾道</a:t>
            </a:r>
            <a:endParaRPr lang="en-US" altLang="ja-JP" sz="3200" b="0" dirty="0" smtClean="0">
              <a:latin typeface="HG丸ｺﾞｼｯｸM-PRO" pitchFamily="48" charset="-128"/>
              <a:ea typeface="HG丸ｺﾞｼｯｸM-PRO" pitchFamily="48" charset="-128"/>
            </a:endParaRPr>
          </a:p>
          <a:p>
            <a:pPr algn="ctr" eaLnBrk="1" hangingPunct="1">
              <a:spcBef>
                <a:spcPct val="0"/>
              </a:spcBef>
              <a:spcAft>
                <a:spcPct val="0"/>
              </a:spcAft>
              <a:buClrTx/>
              <a:buFontTx/>
              <a:buNone/>
            </a:pPr>
            <a:endParaRPr lang="en-US" altLang="ja-JP" sz="3200" b="0" dirty="0" smtClean="0">
              <a:latin typeface="HG丸ｺﾞｼｯｸM-PRO" pitchFamily="48" charset="-128"/>
              <a:ea typeface="HG丸ｺﾞｼｯｸM-PRO" pitchFamily="48" charset="-128"/>
            </a:endParaRPr>
          </a:p>
          <a:p>
            <a:pPr algn="ctr" eaLnBrk="1" hangingPunct="1">
              <a:spcBef>
                <a:spcPct val="0"/>
              </a:spcBef>
              <a:spcAft>
                <a:spcPct val="0"/>
              </a:spcAft>
              <a:buClrTx/>
              <a:buFontTx/>
              <a:buNone/>
            </a:pPr>
            <a:r>
              <a:rPr lang="ja-JP" altLang="en-US" sz="3200" b="0" dirty="0" smtClean="0">
                <a:latin typeface="HG丸ｺﾞｼｯｸM-PRO" pitchFamily="48" charset="-128"/>
                <a:ea typeface="HG丸ｺﾞｼｯｸM-PRO" pitchFamily="48" charset="-128"/>
              </a:rPr>
              <a:t>多機能型施設　</a:t>
            </a:r>
            <a:endParaRPr lang="en-US" altLang="ja-JP" sz="3200" b="0" dirty="0" smtClean="0">
              <a:latin typeface="HG丸ｺﾞｼｯｸM-PRO" pitchFamily="48" charset="-128"/>
              <a:ea typeface="HG丸ｺﾞｼｯｸM-PRO" pitchFamily="48" charset="-128"/>
            </a:endParaRPr>
          </a:p>
          <a:p>
            <a:pPr algn="ctr" eaLnBrk="1" hangingPunct="1">
              <a:spcBef>
                <a:spcPct val="0"/>
              </a:spcBef>
              <a:spcAft>
                <a:spcPct val="0"/>
              </a:spcAft>
              <a:buClrTx/>
              <a:buFontTx/>
              <a:buNone/>
            </a:pPr>
            <a:r>
              <a:rPr lang="ja-JP" altLang="en-US" sz="3200" b="0" dirty="0" smtClean="0">
                <a:latin typeface="HG丸ｺﾞｼｯｸM-PRO" pitchFamily="48" charset="-128"/>
                <a:ea typeface="HG丸ｺﾞｼｯｸM-PRO" pitchFamily="48" charset="-128"/>
              </a:rPr>
              <a:t>就労</a:t>
            </a:r>
            <a:r>
              <a:rPr lang="ja-JP" altLang="en-US" sz="3200" b="0" dirty="0" smtClean="0">
                <a:latin typeface="HG丸ｺﾞｼｯｸM-PRO" pitchFamily="48" charset="-128"/>
                <a:ea typeface="HG丸ｺﾞｼｯｸM-PRO" pitchFamily="48" charset="-128"/>
              </a:rPr>
              <a:t>継続支援（Ｂ型</a:t>
            </a:r>
            <a:r>
              <a:rPr lang="ja-JP" altLang="en-US" sz="3200" b="0" dirty="0" smtClean="0">
                <a:latin typeface="HG丸ｺﾞｼｯｸM-PRO" pitchFamily="48" charset="-128"/>
                <a:ea typeface="HG丸ｺﾞｼｯｸM-PRO" pitchFamily="48" charset="-128"/>
              </a:rPr>
              <a:t>）</a:t>
            </a:r>
            <a:endParaRPr lang="en-US" altLang="ja-JP" sz="3200" b="0" dirty="0">
              <a:latin typeface="HG丸ｺﾞｼｯｸM-PRO" pitchFamily="48" charset="-128"/>
              <a:ea typeface="HG丸ｺﾞｼｯｸM-PRO" pitchFamily="48" charset="-128"/>
            </a:endParaRPr>
          </a:p>
          <a:p>
            <a:pPr algn="ctr" eaLnBrk="1" hangingPunct="1">
              <a:spcBef>
                <a:spcPct val="0"/>
              </a:spcBef>
              <a:spcAft>
                <a:spcPct val="0"/>
              </a:spcAft>
              <a:buClrTx/>
              <a:buFontTx/>
              <a:buNone/>
            </a:pPr>
            <a:r>
              <a:rPr lang="ja-JP" altLang="en-US" sz="3200" b="0" dirty="0" smtClean="0">
                <a:latin typeface="HG丸ｺﾞｼｯｸM-PRO" pitchFamily="48" charset="-128"/>
                <a:ea typeface="HG丸ｺﾞｼｯｸM-PRO" pitchFamily="48" charset="-128"/>
              </a:rPr>
              <a:t>就労移行支援</a:t>
            </a:r>
            <a:endParaRPr lang="en-US" altLang="ja-JP" sz="3200" b="0" dirty="0" smtClean="0">
              <a:latin typeface="HG丸ｺﾞｼｯｸM-PRO" pitchFamily="48" charset="-128"/>
              <a:ea typeface="HG丸ｺﾞｼｯｸM-PRO" pitchFamily="48" charset="-128"/>
            </a:endParaRPr>
          </a:p>
          <a:p>
            <a:pPr algn="ctr" eaLnBrk="1" hangingPunct="1">
              <a:spcBef>
                <a:spcPct val="0"/>
              </a:spcBef>
              <a:spcAft>
                <a:spcPct val="0"/>
              </a:spcAft>
              <a:buClrTx/>
              <a:buFontTx/>
              <a:buNone/>
            </a:pPr>
            <a:r>
              <a:rPr lang="en-US" altLang="ja-JP" sz="3200" b="0" dirty="0" smtClean="0">
                <a:latin typeface="HG丸ｺﾞｼｯｸM-PRO" pitchFamily="48" charset="-128"/>
                <a:ea typeface="HG丸ｺﾞｼｯｸM-PRO" pitchFamily="48" charset="-128"/>
              </a:rPr>
              <a:t>『</a:t>
            </a:r>
            <a:r>
              <a:rPr lang="ja-JP" altLang="en-US" sz="3200" b="0" dirty="0" smtClean="0">
                <a:latin typeface="HG丸ｺﾞｼｯｸM-PRO" pitchFamily="48" charset="-128"/>
                <a:ea typeface="HG丸ｺﾞｼｯｸM-PRO" pitchFamily="48" charset="-128"/>
              </a:rPr>
              <a:t>カイト御調</a:t>
            </a:r>
            <a:r>
              <a:rPr lang="en-US" altLang="ja-JP" sz="3200" b="0" dirty="0" smtClean="0">
                <a:latin typeface="HG丸ｺﾞｼｯｸM-PRO" pitchFamily="48" charset="-128"/>
                <a:ea typeface="HG丸ｺﾞｼｯｸM-PRO" pitchFamily="48" charset="-128"/>
              </a:rPr>
              <a:t>』</a:t>
            </a:r>
          </a:p>
          <a:p>
            <a:pPr algn="ctr" eaLnBrk="1" hangingPunct="1">
              <a:spcBef>
                <a:spcPct val="0"/>
              </a:spcBef>
              <a:spcAft>
                <a:spcPct val="0"/>
              </a:spcAft>
              <a:buClrTx/>
              <a:buFontTx/>
              <a:buNone/>
            </a:pPr>
            <a:endParaRPr lang="en-US" altLang="ja-JP" sz="3200" b="0" dirty="0" smtClean="0">
              <a:latin typeface="HG丸ｺﾞｼｯｸM-PRO" pitchFamily="48" charset="-128"/>
              <a:ea typeface="HG丸ｺﾞｼｯｸM-PRO" pitchFamily="48" charset="-128"/>
            </a:endParaRPr>
          </a:p>
          <a:p>
            <a:pPr algn="ctr" eaLnBrk="1" hangingPunct="1">
              <a:spcBef>
                <a:spcPct val="0"/>
              </a:spcBef>
              <a:spcAft>
                <a:spcPct val="0"/>
              </a:spcAft>
              <a:buClrTx/>
              <a:buFontTx/>
              <a:buNone/>
            </a:pPr>
            <a:r>
              <a:rPr lang="ja-JP" altLang="en-US" sz="3200" b="0" dirty="0" smtClean="0">
                <a:latin typeface="HG丸ｺﾞｼｯｸM-PRO" pitchFamily="48" charset="-128"/>
                <a:ea typeface="HG丸ｺﾞｼｯｸM-PRO" pitchFamily="48" charset="-128"/>
              </a:rPr>
              <a:t>事業</a:t>
            </a:r>
            <a:r>
              <a:rPr lang="ja-JP" altLang="en-US" sz="3200" b="0" dirty="0">
                <a:latin typeface="HG丸ｺﾞｼｯｸM-PRO" pitchFamily="48" charset="-128"/>
                <a:ea typeface="HG丸ｺﾞｼｯｸM-PRO" pitchFamily="48" charset="-128"/>
              </a:rPr>
              <a:t>説明資料</a:t>
            </a:r>
            <a:endParaRPr lang="ja-JP" altLang="ja-JP" sz="5400" b="0" dirty="0">
              <a:latin typeface="HG丸ｺﾞｼｯｸM-PRO" pitchFamily="48" charset="-128"/>
              <a:ea typeface="HG丸ｺﾞｼｯｸM-PRO" pitchFamily="48" charset="-128"/>
            </a:endParaRPr>
          </a:p>
        </p:txBody>
      </p:sp>
      <p:sp>
        <p:nvSpPr>
          <p:cNvPr id="4099" name="テキスト ボックス 1"/>
          <p:cNvSpPr txBox="1">
            <a:spLocks noChangeArrowheads="1"/>
          </p:cNvSpPr>
          <p:nvPr/>
        </p:nvSpPr>
        <p:spPr bwMode="auto">
          <a:xfrm>
            <a:off x="4716463" y="5589588"/>
            <a:ext cx="4103687"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kumimoji="1" lang="ja-JP" altLang="en-US">
                <a:solidFill>
                  <a:schemeClr val="tx1"/>
                </a:solidFill>
              </a:rPr>
              <a:t>設立準備室　</a:t>
            </a:r>
            <a:endParaRPr kumimoji="1" lang="en-US" altLang="ja-JP">
              <a:solidFill>
                <a:schemeClr val="tx1"/>
              </a:solidFill>
            </a:endParaRPr>
          </a:p>
          <a:p>
            <a:pPr algn="r"/>
            <a:r>
              <a:rPr kumimoji="1" lang="ja-JP" altLang="en-US">
                <a:solidFill>
                  <a:schemeClr val="tx1"/>
                </a:solidFill>
              </a:rPr>
              <a:t>山内雄司</a:t>
            </a:r>
            <a:r>
              <a:rPr kumimoji="1" lang="en-US" altLang="ja-JP">
                <a:solidFill>
                  <a:schemeClr val="tx1"/>
                </a:solidFill>
              </a:rPr>
              <a:t/>
            </a:r>
            <a:br>
              <a:rPr kumimoji="1" lang="en-US" altLang="ja-JP">
                <a:solidFill>
                  <a:schemeClr val="tx1"/>
                </a:solidFill>
              </a:rPr>
            </a:br>
            <a:r>
              <a:rPr kumimoji="1" lang="en-US" altLang="ja-JP">
                <a:solidFill>
                  <a:schemeClr val="tx1"/>
                </a:solidFill>
              </a:rPr>
              <a:t>090-6839-0670</a:t>
            </a:r>
          </a:p>
          <a:p>
            <a:pPr algn="r"/>
            <a:r>
              <a:rPr kumimoji="1" lang="en-US" altLang="ja-JP">
                <a:solidFill>
                  <a:schemeClr val="tx1"/>
                </a:solidFill>
              </a:rPr>
              <a:t>yamauchi4887@gmail.com</a:t>
            </a:r>
          </a:p>
          <a:p>
            <a:pPr algn="r"/>
            <a:endParaRPr kumimoji="1" lang="ja-JP" altLang="en-US">
              <a:solidFill>
                <a:schemeClr val="tx1"/>
              </a:solidFill>
            </a:endParaRPr>
          </a:p>
          <a:p>
            <a:endParaRPr kumimoji="1" lang="ja-JP"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1"/>
          <p:cNvSpPr>
            <a:spLocks noChangeShapeType="1"/>
          </p:cNvSpPr>
          <p:nvPr/>
        </p:nvSpPr>
        <p:spPr bwMode="auto">
          <a:xfrm flipV="1">
            <a:off x="251520" y="58102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3" name="Text Box 5"/>
          <p:cNvSpPr txBox="1">
            <a:spLocks noChangeArrowheads="1"/>
          </p:cNvSpPr>
          <p:nvPr/>
        </p:nvSpPr>
        <p:spPr bwMode="auto">
          <a:xfrm>
            <a:off x="0" y="0"/>
            <a:ext cx="8676382"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ja-JP" altLang="en-US" b="0" dirty="0" smtClean="0">
                <a:solidFill>
                  <a:srgbClr val="DC5924"/>
                </a:solidFill>
              </a:rPr>
              <a:t>　一般社団</a:t>
            </a:r>
            <a:r>
              <a:rPr lang="ja-JP" altLang="en-US" b="0" dirty="0" smtClean="0">
                <a:solidFill>
                  <a:srgbClr val="DC5924"/>
                </a:solidFill>
              </a:rPr>
              <a:t>法人チャレンジド尾道　　就労支援施設　カイト福祉　サービス理念</a:t>
            </a:r>
            <a:endParaRPr lang="ja-JP" altLang="ja-JP" b="0" dirty="0">
              <a:solidFill>
                <a:srgbClr val="DC5924"/>
              </a:solidFill>
            </a:endParaRPr>
          </a:p>
        </p:txBody>
      </p:sp>
      <p:sp>
        <p:nvSpPr>
          <p:cNvPr id="4" name="テキスト ボックス 3"/>
          <p:cNvSpPr txBox="1"/>
          <p:nvPr/>
        </p:nvSpPr>
        <p:spPr>
          <a:xfrm>
            <a:off x="107467" y="1052736"/>
            <a:ext cx="8712968" cy="498598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2000" dirty="0" smtClean="0">
                <a:solidFill>
                  <a:schemeClr val="tx1"/>
                </a:solidFill>
              </a:rPr>
              <a:t>当法人は</a:t>
            </a:r>
            <a:r>
              <a:rPr kumimoji="1" lang="ja-JP" altLang="en-US" sz="2000" dirty="0" smtClean="0">
                <a:solidFill>
                  <a:schemeClr val="tx1"/>
                </a:solidFill>
              </a:rPr>
              <a:t>、</a:t>
            </a:r>
            <a:r>
              <a:rPr kumimoji="1" lang="ja-JP" altLang="en-US" sz="2000" dirty="0" smtClean="0">
                <a:solidFill>
                  <a:schemeClr val="tx1"/>
                </a:solidFill>
              </a:rPr>
              <a:t>しまなみ海道を軸に瀬戸内海地域</a:t>
            </a:r>
            <a:r>
              <a:rPr kumimoji="1" lang="ja-JP" altLang="en-US" sz="2000" dirty="0" smtClean="0">
                <a:solidFill>
                  <a:schemeClr val="tx1"/>
                </a:solidFill>
              </a:rPr>
              <a:t>の</a:t>
            </a:r>
            <a:r>
              <a:rPr kumimoji="1" lang="ja-JP" altLang="en-US" sz="2000" dirty="0" smtClean="0">
                <a:solidFill>
                  <a:schemeClr val="tx1"/>
                </a:solidFill>
              </a:rPr>
              <a:t>福祉環境の持続可能な向上を目的とし、主に</a:t>
            </a:r>
            <a:r>
              <a:rPr kumimoji="1" lang="ja-JP" altLang="en-US" sz="2000" dirty="0" err="1" smtClean="0">
                <a:solidFill>
                  <a:schemeClr val="tx1"/>
                </a:solidFill>
              </a:rPr>
              <a:t>障がい</a:t>
            </a:r>
            <a:r>
              <a:rPr kumimoji="1" lang="ja-JP" altLang="en-US" sz="2000" dirty="0" smtClean="0">
                <a:solidFill>
                  <a:schemeClr val="tx1"/>
                </a:solidFill>
              </a:rPr>
              <a:t>者の</a:t>
            </a:r>
            <a:r>
              <a:rPr kumimoji="1" lang="ja-JP" altLang="en-US" sz="2000" dirty="0" smtClean="0">
                <a:solidFill>
                  <a:schemeClr val="tx1"/>
                </a:solidFill>
              </a:rPr>
              <a:t>福祉環境の充実に取り組みます</a:t>
            </a:r>
            <a:r>
              <a:rPr kumimoji="1" lang="ja-JP" altLang="en-US" sz="2000" dirty="0" smtClean="0">
                <a:solidFill>
                  <a:schemeClr val="tx1"/>
                </a:solidFill>
              </a:rPr>
              <a:t>。</a:t>
            </a:r>
            <a:endParaRPr kumimoji="1" lang="en-US" altLang="ja-JP" sz="2000" dirty="0" smtClean="0">
              <a:solidFill>
                <a:schemeClr val="tx1"/>
              </a:solidFill>
            </a:endParaRPr>
          </a:p>
          <a:p>
            <a:r>
              <a:rPr kumimoji="1" lang="ja-JP" altLang="en-US" sz="2000" dirty="0" smtClean="0">
                <a:solidFill>
                  <a:schemeClr val="tx1"/>
                </a:solidFill>
              </a:rPr>
              <a:t>私たちは</a:t>
            </a:r>
            <a:r>
              <a:rPr kumimoji="1" lang="en-US" altLang="ja-JP" sz="2000" dirty="0" smtClean="0">
                <a:solidFill>
                  <a:schemeClr val="tx1"/>
                </a:solidFill>
              </a:rPr>
              <a:t>『</a:t>
            </a:r>
            <a:r>
              <a:rPr kumimoji="1" lang="ja-JP" altLang="en-US" sz="2000" dirty="0" smtClean="0">
                <a:solidFill>
                  <a:schemeClr val="tx1"/>
                </a:solidFill>
              </a:rPr>
              <a:t>働く</a:t>
            </a:r>
            <a:r>
              <a:rPr kumimoji="1" lang="en-US" altLang="ja-JP" sz="2000" dirty="0" smtClean="0">
                <a:solidFill>
                  <a:schemeClr val="tx1"/>
                </a:solidFill>
              </a:rPr>
              <a:t>』</a:t>
            </a:r>
            <a:r>
              <a:rPr kumimoji="1" lang="ja-JP" altLang="en-US" sz="2000" dirty="0" smtClean="0">
                <a:solidFill>
                  <a:schemeClr val="tx1"/>
                </a:solidFill>
              </a:rPr>
              <a:t>という行為が、すべての方の人生の充実につながると捉え、就労支援施設</a:t>
            </a:r>
            <a:r>
              <a:rPr kumimoji="1" lang="en-US" altLang="ja-JP" sz="2000" dirty="0" smtClean="0">
                <a:solidFill>
                  <a:schemeClr val="tx1"/>
                </a:solidFill>
              </a:rPr>
              <a:t>『</a:t>
            </a:r>
            <a:r>
              <a:rPr kumimoji="1" lang="ja-JP" altLang="en-US" sz="2000" dirty="0" smtClean="0">
                <a:solidFill>
                  <a:schemeClr val="tx1"/>
                </a:solidFill>
              </a:rPr>
              <a:t>カイトグループ</a:t>
            </a:r>
            <a:r>
              <a:rPr kumimoji="1" lang="en-US" altLang="ja-JP" sz="2000" dirty="0" smtClean="0">
                <a:solidFill>
                  <a:schemeClr val="tx1"/>
                </a:solidFill>
              </a:rPr>
              <a:t>』</a:t>
            </a:r>
            <a:r>
              <a:rPr kumimoji="1" lang="ja-JP" altLang="en-US" sz="2000" dirty="0" smtClean="0">
                <a:solidFill>
                  <a:schemeClr val="tx1"/>
                </a:solidFill>
              </a:rPr>
              <a:t>を瀬戸内海地域に展開しています。</a:t>
            </a:r>
            <a:endParaRPr kumimoji="1" lang="en-US" altLang="ja-JP" sz="2000" dirty="0" smtClean="0">
              <a:solidFill>
                <a:schemeClr val="tx1"/>
              </a:solidFill>
            </a:endParaRPr>
          </a:p>
          <a:p>
            <a:endParaRPr kumimoji="1" lang="en-US" altLang="ja-JP" sz="2000" dirty="0" smtClean="0">
              <a:solidFill>
                <a:schemeClr val="tx1"/>
              </a:solidFill>
            </a:endParaRPr>
          </a:p>
          <a:p>
            <a:r>
              <a:rPr kumimoji="1" lang="ja-JP" altLang="en-US" sz="2000" dirty="0" smtClean="0">
                <a:solidFill>
                  <a:schemeClr val="tx1"/>
                </a:solidFill>
              </a:rPr>
              <a:t>就労支援グループ　カイト理念</a:t>
            </a:r>
            <a:endParaRPr kumimoji="1" lang="en-US" altLang="ja-JP" sz="2000" dirty="0">
              <a:solidFill>
                <a:schemeClr val="tx1"/>
              </a:solidFill>
            </a:endParaRPr>
          </a:p>
          <a:p>
            <a:r>
              <a:rPr kumimoji="1" lang="en-US" altLang="ja-JP" sz="2000" dirty="0">
                <a:solidFill>
                  <a:schemeClr val="tx1"/>
                </a:solidFill>
              </a:rPr>
              <a:t>	『</a:t>
            </a:r>
            <a:r>
              <a:rPr kumimoji="1" lang="ja-JP" altLang="en-US" sz="2000" dirty="0">
                <a:solidFill>
                  <a:schemeClr val="tx1"/>
                </a:solidFill>
              </a:rPr>
              <a:t>カイト</a:t>
            </a:r>
            <a:r>
              <a:rPr kumimoji="1" lang="en-US" altLang="ja-JP" sz="2000" dirty="0">
                <a:solidFill>
                  <a:schemeClr val="tx1"/>
                </a:solidFill>
              </a:rPr>
              <a:t>』</a:t>
            </a:r>
            <a:r>
              <a:rPr kumimoji="1" lang="ja-JP" altLang="en-US" sz="2000" dirty="0">
                <a:solidFill>
                  <a:schemeClr val="tx1"/>
                </a:solidFill>
              </a:rPr>
              <a:t>は、</a:t>
            </a:r>
            <a:r>
              <a:rPr kumimoji="1" lang="en-US" altLang="ja-JP" sz="2000" dirty="0">
                <a:solidFill>
                  <a:schemeClr val="tx1"/>
                </a:solidFill>
              </a:rPr>
              <a:t>『</a:t>
            </a:r>
            <a:r>
              <a:rPr kumimoji="1" lang="ja-JP" altLang="en-US" sz="2000" dirty="0">
                <a:solidFill>
                  <a:schemeClr val="tx1"/>
                </a:solidFill>
              </a:rPr>
              <a:t>鳶（とび）</a:t>
            </a:r>
            <a:r>
              <a:rPr kumimoji="1" lang="en-US" altLang="ja-JP" sz="2000" dirty="0">
                <a:solidFill>
                  <a:schemeClr val="tx1"/>
                </a:solidFill>
              </a:rPr>
              <a:t>』</a:t>
            </a:r>
            <a:r>
              <a:rPr kumimoji="1" lang="ja-JP" altLang="en-US" sz="2000" dirty="0">
                <a:solidFill>
                  <a:schemeClr val="tx1"/>
                </a:solidFill>
              </a:rPr>
              <a:t>と</a:t>
            </a:r>
            <a:r>
              <a:rPr kumimoji="1" lang="en-US" altLang="ja-JP" sz="2000" dirty="0">
                <a:solidFill>
                  <a:schemeClr val="tx1"/>
                </a:solidFill>
              </a:rPr>
              <a:t>『</a:t>
            </a:r>
            <a:r>
              <a:rPr kumimoji="1" lang="ja-JP" altLang="en-US" sz="2000" dirty="0">
                <a:solidFill>
                  <a:schemeClr val="tx1"/>
                </a:solidFill>
              </a:rPr>
              <a:t>凧（たこ）</a:t>
            </a:r>
            <a:r>
              <a:rPr kumimoji="1" lang="en-US" altLang="ja-JP" sz="2000" dirty="0">
                <a:solidFill>
                  <a:schemeClr val="tx1"/>
                </a:solidFill>
              </a:rPr>
              <a:t>』</a:t>
            </a:r>
            <a:r>
              <a:rPr kumimoji="1" lang="ja-JP" altLang="en-US" sz="2000" dirty="0">
                <a:solidFill>
                  <a:schemeClr val="tx1"/>
                </a:solidFill>
              </a:rPr>
              <a:t>の二つの意味があります。</a:t>
            </a:r>
            <a:endParaRPr kumimoji="1" lang="en-US" altLang="ja-JP" sz="2000" dirty="0">
              <a:solidFill>
                <a:schemeClr val="tx1"/>
              </a:solidFill>
            </a:endParaRPr>
          </a:p>
          <a:p>
            <a:r>
              <a:rPr kumimoji="1" lang="en-US" altLang="ja-JP" sz="2000" dirty="0">
                <a:solidFill>
                  <a:schemeClr val="tx1"/>
                </a:solidFill>
              </a:rPr>
              <a:t>	</a:t>
            </a:r>
            <a:r>
              <a:rPr kumimoji="1" lang="ja-JP" altLang="en-US" sz="2000" dirty="0" smtClean="0">
                <a:solidFill>
                  <a:schemeClr val="tx1"/>
                </a:solidFill>
              </a:rPr>
              <a:t>　利用</a:t>
            </a:r>
            <a:r>
              <a:rPr kumimoji="1" lang="ja-JP" altLang="en-US" sz="2000" dirty="0">
                <a:solidFill>
                  <a:schemeClr val="tx1"/>
                </a:solidFill>
              </a:rPr>
              <a:t>いただくすべての方が、</a:t>
            </a:r>
            <a:endParaRPr kumimoji="1" lang="en-US" altLang="ja-JP" sz="2000" dirty="0">
              <a:solidFill>
                <a:schemeClr val="tx1"/>
              </a:solidFill>
            </a:endParaRPr>
          </a:p>
          <a:p>
            <a:r>
              <a:rPr kumimoji="1" lang="ja-JP" altLang="en-US" sz="2000" dirty="0">
                <a:solidFill>
                  <a:schemeClr val="tx1"/>
                </a:solidFill>
              </a:rPr>
              <a:t>　</a:t>
            </a:r>
            <a:r>
              <a:rPr kumimoji="1" lang="en-US" altLang="ja-JP" sz="2000" dirty="0">
                <a:solidFill>
                  <a:schemeClr val="tx1"/>
                </a:solidFill>
              </a:rPr>
              <a:t>	『</a:t>
            </a:r>
            <a:r>
              <a:rPr kumimoji="1" lang="ja-JP" altLang="en-US" sz="2000" dirty="0">
                <a:solidFill>
                  <a:schemeClr val="tx1"/>
                </a:solidFill>
              </a:rPr>
              <a:t>鳶（とび）</a:t>
            </a:r>
            <a:r>
              <a:rPr kumimoji="1" lang="en-US" altLang="ja-JP" sz="2000" dirty="0">
                <a:solidFill>
                  <a:schemeClr val="tx1"/>
                </a:solidFill>
              </a:rPr>
              <a:t>』</a:t>
            </a:r>
            <a:r>
              <a:rPr kumimoji="1" lang="ja-JP" altLang="en-US" sz="2000" dirty="0">
                <a:solidFill>
                  <a:schemeClr val="tx1"/>
                </a:solidFill>
              </a:rPr>
              <a:t>のように、自分の意思で自由に羽ばたけるよう</a:t>
            </a:r>
            <a:r>
              <a:rPr kumimoji="1" lang="ja-JP" altLang="en-US" sz="2000" dirty="0" smtClean="0">
                <a:solidFill>
                  <a:schemeClr val="tx1"/>
                </a:solidFill>
              </a:rPr>
              <a:t>に</a:t>
            </a:r>
            <a:endParaRPr kumimoji="1" lang="en-US" altLang="ja-JP" sz="2000" dirty="0">
              <a:solidFill>
                <a:schemeClr val="tx1"/>
              </a:solidFill>
            </a:endParaRPr>
          </a:p>
          <a:p>
            <a:r>
              <a:rPr kumimoji="1" lang="en-US" altLang="ja-JP" sz="2000" dirty="0">
                <a:solidFill>
                  <a:schemeClr val="tx1"/>
                </a:solidFill>
              </a:rPr>
              <a:t>	『</a:t>
            </a:r>
            <a:r>
              <a:rPr kumimoji="1" lang="ja-JP" altLang="en-US" sz="2000" dirty="0">
                <a:solidFill>
                  <a:schemeClr val="tx1"/>
                </a:solidFill>
              </a:rPr>
              <a:t>凧（たこ）</a:t>
            </a:r>
            <a:r>
              <a:rPr kumimoji="1" lang="en-US" altLang="ja-JP" sz="2000" dirty="0">
                <a:solidFill>
                  <a:schemeClr val="tx1"/>
                </a:solidFill>
              </a:rPr>
              <a:t>』</a:t>
            </a:r>
            <a:r>
              <a:rPr kumimoji="1" lang="ja-JP" altLang="en-US" sz="2000" dirty="0">
                <a:solidFill>
                  <a:schemeClr val="tx1"/>
                </a:solidFill>
              </a:rPr>
              <a:t>のように</a:t>
            </a:r>
            <a:r>
              <a:rPr kumimoji="1" lang="ja-JP" altLang="en-US" sz="2000" dirty="0">
                <a:solidFill>
                  <a:schemeClr val="tx1"/>
                </a:solidFill>
              </a:rPr>
              <a:t>、高く舞い上がれるよう</a:t>
            </a:r>
            <a:r>
              <a:rPr kumimoji="1" lang="ja-JP" altLang="en-US" sz="2000" dirty="0" smtClean="0">
                <a:solidFill>
                  <a:schemeClr val="tx1"/>
                </a:solidFill>
              </a:rPr>
              <a:t>に</a:t>
            </a:r>
            <a:endParaRPr kumimoji="1" lang="en-US" altLang="ja-JP" sz="2000" dirty="0">
              <a:solidFill>
                <a:schemeClr val="tx1"/>
              </a:solidFill>
            </a:endParaRPr>
          </a:p>
          <a:p>
            <a:r>
              <a:rPr kumimoji="1" lang="en-US" altLang="ja-JP" sz="2000" dirty="0">
                <a:solidFill>
                  <a:schemeClr val="tx1"/>
                </a:solidFill>
              </a:rPr>
              <a:t>	</a:t>
            </a:r>
            <a:r>
              <a:rPr kumimoji="1" lang="ja-JP" altLang="en-US" sz="2000" dirty="0">
                <a:solidFill>
                  <a:schemeClr val="tx1"/>
                </a:solidFill>
              </a:rPr>
              <a:t>　という願いを込めて名づけました。</a:t>
            </a:r>
            <a:endParaRPr kumimoji="1" lang="en-US" altLang="ja-JP" sz="2000" dirty="0">
              <a:solidFill>
                <a:schemeClr val="tx1"/>
              </a:solidFill>
            </a:endParaRPr>
          </a:p>
          <a:p>
            <a:r>
              <a:rPr kumimoji="1" lang="en-US" altLang="ja-JP" sz="2000" dirty="0">
                <a:solidFill>
                  <a:schemeClr val="tx1"/>
                </a:solidFill>
              </a:rPr>
              <a:t>	</a:t>
            </a:r>
            <a:r>
              <a:rPr kumimoji="1" lang="ja-JP" altLang="en-US" sz="2000" dirty="0">
                <a:solidFill>
                  <a:schemeClr val="tx1"/>
                </a:solidFill>
              </a:rPr>
              <a:t>また私たちカイトスタッフは、</a:t>
            </a:r>
            <a:endParaRPr kumimoji="1" lang="en-US" altLang="ja-JP" sz="2000" dirty="0">
              <a:solidFill>
                <a:schemeClr val="tx1"/>
              </a:solidFill>
            </a:endParaRPr>
          </a:p>
          <a:p>
            <a:r>
              <a:rPr kumimoji="1" lang="ja-JP" altLang="en-US" sz="2000" dirty="0">
                <a:solidFill>
                  <a:schemeClr val="tx1"/>
                </a:solidFill>
              </a:rPr>
              <a:t>　</a:t>
            </a:r>
            <a:r>
              <a:rPr kumimoji="1" lang="en-US" altLang="ja-JP" sz="2000" dirty="0">
                <a:solidFill>
                  <a:schemeClr val="tx1"/>
                </a:solidFill>
              </a:rPr>
              <a:t>	</a:t>
            </a:r>
            <a:r>
              <a:rPr kumimoji="1" lang="ja-JP" altLang="en-US" sz="2000" dirty="0">
                <a:solidFill>
                  <a:schemeClr val="tx1"/>
                </a:solidFill>
              </a:rPr>
              <a:t>　ある時は</a:t>
            </a:r>
            <a:r>
              <a:rPr kumimoji="1" lang="en-US" altLang="ja-JP" sz="2000" dirty="0">
                <a:solidFill>
                  <a:schemeClr val="tx1"/>
                </a:solidFill>
              </a:rPr>
              <a:t>『</a:t>
            </a:r>
            <a:r>
              <a:rPr kumimoji="1" lang="ja-JP" altLang="en-US" sz="2000" dirty="0">
                <a:solidFill>
                  <a:schemeClr val="tx1"/>
                </a:solidFill>
              </a:rPr>
              <a:t>鳶（とび）</a:t>
            </a:r>
            <a:r>
              <a:rPr kumimoji="1" lang="en-US" altLang="ja-JP" sz="2000" dirty="0">
                <a:solidFill>
                  <a:schemeClr val="tx1"/>
                </a:solidFill>
              </a:rPr>
              <a:t>』</a:t>
            </a:r>
            <a:r>
              <a:rPr kumimoji="1" lang="ja-JP" altLang="en-US" sz="2000" dirty="0">
                <a:solidFill>
                  <a:schemeClr val="tx1"/>
                </a:solidFill>
              </a:rPr>
              <a:t>をより自由に飛ぶための上昇気流となり</a:t>
            </a:r>
            <a:endParaRPr kumimoji="1" lang="en-US" altLang="ja-JP" sz="2000" dirty="0">
              <a:solidFill>
                <a:schemeClr val="tx1"/>
              </a:solidFill>
            </a:endParaRPr>
          </a:p>
          <a:p>
            <a:r>
              <a:rPr kumimoji="1" lang="en-US" altLang="ja-JP" sz="2000" dirty="0">
                <a:solidFill>
                  <a:schemeClr val="tx1"/>
                </a:solidFill>
              </a:rPr>
              <a:t>	</a:t>
            </a:r>
            <a:r>
              <a:rPr kumimoji="1" lang="ja-JP" altLang="en-US" sz="2000" dirty="0">
                <a:solidFill>
                  <a:schemeClr val="tx1"/>
                </a:solidFill>
              </a:rPr>
              <a:t>　ある時は</a:t>
            </a:r>
            <a:r>
              <a:rPr kumimoji="1" lang="en-US" altLang="ja-JP" sz="2000" dirty="0">
                <a:solidFill>
                  <a:schemeClr val="tx1"/>
                </a:solidFill>
              </a:rPr>
              <a:t>『</a:t>
            </a:r>
            <a:r>
              <a:rPr kumimoji="1" lang="ja-JP" altLang="en-US" sz="2000" dirty="0">
                <a:solidFill>
                  <a:schemeClr val="tx1"/>
                </a:solidFill>
              </a:rPr>
              <a:t>凧（たこ）</a:t>
            </a:r>
            <a:r>
              <a:rPr kumimoji="1" lang="en-US" altLang="ja-JP" sz="2000" dirty="0">
                <a:solidFill>
                  <a:schemeClr val="tx1"/>
                </a:solidFill>
              </a:rPr>
              <a:t>』</a:t>
            </a:r>
            <a:r>
              <a:rPr kumimoji="1" lang="ja-JP" altLang="en-US" sz="2000" dirty="0">
                <a:solidFill>
                  <a:schemeClr val="tx1"/>
                </a:solidFill>
              </a:rPr>
              <a:t>と大地（地域社会）とをつなぐ糸となって</a:t>
            </a:r>
            <a:endParaRPr kumimoji="1" lang="en-US" altLang="ja-JP" sz="2000" dirty="0">
              <a:solidFill>
                <a:schemeClr val="tx1"/>
              </a:solidFill>
            </a:endParaRPr>
          </a:p>
          <a:p>
            <a:r>
              <a:rPr kumimoji="1" lang="en-US" altLang="ja-JP" sz="2000" dirty="0">
                <a:solidFill>
                  <a:schemeClr val="tx1"/>
                </a:solidFill>
              </a:rPr>
              <a:t>	</a:t>
            </a:r>
            <a:r>
              <a:rPr kumimoji="1" lang="ja-JP" altLang="en-US" sz="2000" dirty="0">
                <a:solidFill>
                  <a:schemeClr val="tx1"/>
                </a:solidFill>
              </a:rPr>
              <a:t>関わるすべての方々と寄り添い支える役割を担ってまいります。</a:t>
            </a:r>
            <a:endParaRPr kumimoji="1" lang="en-US" altLang="ja-JP" sz="2000" dirty="0">
              <a:solidFill>
                <a:schemeClr val="tx1"/>
              </a:solidFill>
            </a:endParaRPr>
          </a:p>
          <a:p>
            <a:endParaRPr kumimoji="1" lang="ja-JP" altLang="en-US" dirty="0">
              <a:solidFill>
                <a:schemeClr val="tx1"/>
              </a:solidFill>
            </a:endParaRPr>
          </a:p>
        </p:txBody>
      </p:sp>
    </p:spTree>
    <p:extLst>
      <p:ext uri="{BB962C8B-B14F-4D97-AF65-F5344CB8AC3E}">
        <p14:creationId xmlns:p14="http://schemas.microsoft.com/office/powerpoint/2010/main" val="3451276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ne 1"/>
          <p:cNvSpPr>
            <a:spLocks noChangeShapeType="1"/>
          </p:cNvSpPr>
          <p:nvPr/>
        </p:nvSpPr>
        <p:spPr bwMode="auto">
          <a:xfrm flipV="1">
            <a:off x="251520" y="58102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0"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ja-JP" altLang="en-US" b="0" dirty="0" smtClean="0">
                <a:solidFill>
                  <a:srgbClr val="DC5924"/>
                </a:solidFill>
              </a:rPr>
              <a:t>　</a:t>
            </a:r>
            <a:r>
              <a:rPr lang="ja-JP" altLang="en-US" b="0" dirty="0" smtClean="0">
                <a:solidFill>
                  <a:srgbClr val="DC5924"/>
                </a:solidFill>
              </a:rPr>
              <a:t>カイトグループ　事業所</a:t>
            </a:r>
            <a:endParaRPr lang="ja-JP" altLang="ja-JP" b="0" dirty="0">
              <a:solidFill>
                <a:srgbClr val="DC5924"/>
              </a:solidFill>
            </a:endParaRPr>
          </a:p>
        </p:txBody>
      </p:sp>
      <p:grpSp>
        <p:nvGrpSpPr>
          <p:cNvPr id="27" name="グループ化 26"/>
          <p:cNvGrpSpPr/>
          <p:nvPr/>
        </p:nvGrpSpPr>
        <p:grpSpPr>
          <a:xfrm>
            <a:off x="251520" y="4221088"/>
            <a:ext cx="8874708" cy="2346292"/>
            <a:chOff x="72538" y="743615"/>
            <a:chExt cx="8874708" cy="2346292"/>
          </a:xfrm>
        </p:grpSpPr>
        <p:pic>
          <p:nvPicPr>
            <p:cNvPr id="2" name="図 1"/>
            <p:cNvPicPr>
              <a:picLocks noChangeAspect="1"/>
            </p:cNvPicPr>
            <p:nvPr/>
          </p:nvPicPr>
          <p:blipFill>
            <a:blip r:embed="rId2"/>
            <a:stretch>
              <a:fillRect/>
            </a:stretch>
          </p:blipFill>
          <p:spPr>
            <a:xfrm>
              <a:off x="2052487" y="743615"/>
              <a:ext cx="3528392" cy="2346292"/>
            </a:xfrm>
            <a:prstGeom prst="rect">
              <a:avLst/>
            </a:prstGeom>
          </p:spPr>
        </p:pic>
        <p:pic>
          <p:nvPicPr>
            <p:cNvPr id="5" name="図 4"/>
            <p:cNvPicPr>
              <a:picLocks noChangeAspect="1"/>
            </p:cNvPicPr>
            <p:nvPr/>
          </p:nvPicPr>
          <p:blipFill>
            <a:blip r:embed="rId3"/>
            <a:stretch>
              <a:fillRect/>
            </a:stretch>
          </p:blipFill>
          <p:spPr>
            <a:xfrm>
              <a:off x="72538" y="888544"/>
              <a:ext cx="1727537" cy="1296651"/>
            </a:xfrm>
            <a:prstGeom prst="rect">
              <a:avLst/>
            </a:prstGeom>
          </p:spPr>
        </p:pic>
        <p:pic>
          <p:nvPicPr>
            <p:cNvPr id="6" name="図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19003" y="908720"/>
              <a:ext cx="2171733" cy="1628800"/>
            </a:xfrm>
            <a:prstGeom prst="rect">
              <a:avLst/>
            </a:prstGeom>
          </p:spPr>
        </p:pic>
        <p:pic>
          <p:nvPicPr>
            <p:cNvPr id="10" name="図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75513" y="908720"/>
              <a:ext cx="2171733" cy="1628800"/>
            </a:xfrm>
            <a:prstGeom prst="rect">
              <a:avLst/>
            </a:prstGeom>
          </p:spPr>
        </p:pic>
        <p:cxnSp>
          <p:nvCxnSpPr>
            <p:cNvPr id="12" name="直線矢印コネクタ 11"/>
            <p:cNvCxnSpPr/>
            <p:nvPr/>
          </p:nvCxnSpPr>
          <p:spPr bwMode="auto">
            <a:xfrm flipH="1">
              <a:off x="3563888" y="1162050"/>
              <a:ext cx="849891" cy="95825"/>
            </a:xfrm>
            <a:prstGeom prst="straightConnector1">
              <a:avLst/>
            </a:prstGeom>
            <a:ln>
              <a:solidFill>
                <a:srgbClr val="FF0000"/>
              </a:solidFill>
              <a:headEnd type="none" w="med" len="med"/>
              <a:tailEnd type="triangle"/>
            </a:ln>
            <a:extLst/>
          </p:spPr>
          <p:style>
            <a:lnRef idx="3">
              <a:schemeClr val="dk1"/>
            </a:lnRef>
            <a:fillRef idx="0">
              <a:schemeClr val="dk1"/>
            </a:fillRef>
            <a:effectRef idx="2">
              <a:schemeClr val="dk1"/>
            </a:effectRef>
            <a:fontRef idx="minor">
              <a:schemeClr val="tx1"/>
            </a:fontRef>
          </p:style>
        </p:cxnSp>
        <p:cxnSp>
          <p:nvCxnSpPr>
            <p:cNvPr id="16" name="直線矢印コネクタ 15"/>
            <p:cNvCxnSpPr/>
            <p:nvPr/>
          </p:nvCxnSpPr>
          <p:spPr bwMode="auto">
            <a:xfrm>
              <a:off x="1800076" y="1916761"/>
              <a:ext cx="1763812" cy="664696"/>
            </a:xfrm>
            <a:prstGeom prst="straightConnector1">
              <a:avLst/>
            </a:prstGeom>
            <a:ln>
              <a:solidFill>
                <a:srgbClr val="FF0000"/>
              </a:solidFill>
              <a:headEnd type="none" w="med" len="med"/>
              <a:tailEnd type="triangle"/>
            </a:ln>
            <a:extLst/>
          </p:spPr>
          <p:style>
            <a:lnRef idx="3">
              <a:schemeClr val="dk1"/>
            </a:lnRef>
            <a:fillRef idx="0">
              <a:schemeClr val="dk1"/>
            </a:fillRef>
            <a:effectRef idx="2">
              <a:schemeClr val="dk1"/>
            </a:effectRef>
            <a:fontRef idx="minor">
              <a:schemeClr val="tx1"/>
            </a:fontRef>
          </p:style>
        </p:cxnSp>
      </p:grpSp>
      <p:sp>
        <p:nvSpPr>
          <p:cNvPr id="19" name="テキスト ボックス 18"/>
          <p:cNvSpPr txBox="1"/>
          <p:nvPr/>
        </p:nvSpPr>
        <p:spPr>
          <a:xfrm>
            <a:off x="4336694" y="581025"/>
            <a:ext cx="3115626" cy="369332"/>
          </a:xfrm>
          <a:prstGeom prst="rect">
            <a:avLst/>
          </a:prstGeom>
          <a:noFill/>
        </p:spPr>
        <p:txBody>
          <a:bodyPr wrap="square" rtlCol="0">
            <a:spAutoFit/>
          </a:bodyPr>
          <a:lstStyle/>
          <a:p>
            <a:r>
              <a:rPr kumimoji="1" lang="ja-JP" altLang="en-US" dirty="0" smtClean="0">
                <a:solidFill>
                  <a:schemeClr val="tx1"/>
                </a:solidFill>
              </a:rPr>
              <a:t>多機能型施設　カイト御調</a:t>
            </a:r>
            <a:endParaRPr kumimoji="1" lang="ja-JP" altLang="en-US" dirty="0">
              <a:solidFill>
                <a:schemeClr val="tx1"/>
              </a:solidFill>
            </a:endParaRPr>
          </a:p>
        </p:txBody>
      </p:sp>
      <p:graphicFrame>
        <p:nvGraphicFramePr>
          <p:cNvPr id="20" name="表 19"/>
          <p:cNvGraphicFramePr>
            <a:graphicFrameLocks noGrp="1"/>
          </p:cNvGraphicFramePr>
          <p:nvPr>
            <p:extLst>
              <p:ext uri="{D42A27DB-BD31-4B8C-83A1-F6EECF244321}">
                <p14:modId xmlns:p14="http://schemas.microsoft.com/office/powerpoint/2010/main" val="1837824784"/>
              </p:ext>
            </p:extLst>
          </p:nvPr>
        </p:nvGraphicFramePr>
        <p:xfrm>
          <a:off x="265604" y="755136"/>
          <a:ext cx="5936318" cy="3291840"/>
        </p:xfrm>
        <a:graphic>
          <a:graphicData uri="http://schemas.openxmlformats.org/drawingml/2006/table">
            <a:tbl>
              <a:tblPr firstRow="1" bandRow="1">
                <a:tableStyleId>{5C22544A-7EE6-4342-B048-85BDC9FD1C3A}</a:tableStyleId>
              </a:tblPr>
              <a:tblGrid>
                <a:gridCol w="1224136"/>
                <a:gridCol w="1498998"/>
                <a:gridCol w="116840"/>
                <a:gridCol w="1584176"/>
                <a:gridCol w="1512168"/>
              </a:tblGrid>
              <a:tr h="180753">
                <a:tc>
                  <a:txBody>
                    <a:bodyPr/>
                    <a:lstStyle/>
                    <a:p>
                      <a:pPr algn="ctr"/>
                      <a:endParaRPr kumimoji="1" lang="ja-JP" altLang="en-US" sz="1300" dirty="0" smtClean="0"/>
                    </a:p>
                  </a:txBody>
                  <a:tcPr/>
                </a:tc>
                <a:tc gridSpan="3">
                  <a:txBody>
                    <a:bodyPr/>
                    <a:lstStyle/>
                    <a:p>
                      <a:pPr algn="ctr"/>
                      <a:r>
                        <a:rPr kumimoji="1" lang="ja-JP" altLang="en-US" sz="1300" dirty="0" smtClean="0"/>
                        <a:t>多機能型施設「カイト御調」</a:t>
                      </a:r>
                      <a:endParaRPr kumimoji="1" lang="ja-JP" altLang="en-US" sz="1300" dirty="0"/>
                    </a:p>
                  </a:txBody>
                  <a:tcPr/>
                </a:tc>
                <a:tc hMerge="1">
                  <a:txBody>
                    <a:bodyPr/>
                    <a:lstStyle/>
                    <a:p>
                      <a:pPr algn="ctr"/>
                      <a:endParaRPr kumimoji="1" lang="ja-JP" altLang="en-US" sz="1400" dirty="0"/>
                    </a:p>
                  </a:txBody>
                  <a:tcPr/>
                </a:tc>
                <a:tc hMerge="1">
                  <a:txBody>
                    <a:bodyPr/>
                    <a:lstStyle/>
                    <a:p>
                      <a:pPr algn="ctr"/>
                      <a:endParaRPr kumimoji="1" lang="ja-JP" altLang="en-US" sz="1400" dirty="0"/>
                    </a:p>
                  </a:txBody>
                  <a:tcPr/>
                </a:tc>
                <a:tc>
                  <a:txBody>
                    <a:bodyPr/>
                    <a:lstStyle/>
                    <a:p>
                      <a:pPr algn="ctr"/>
                      <a:r>
                        <a:rPr kumimoji="1" lang="ja-JP" altLang="en-US" sz="1300" dirty="0" smtClean="0"/>
                        <a:t>カイト西条</a:t>
                      </a:r>
                      <a:endParaRPr kumimoji="1" lang="ja-JP" altLang="en-US" sz="1300" dirty="0"/>
                    </a:p>
                  </a:txBody>
                  <a:tcPr/>
                </a:tc>
              </a:tr>
              <a:tr h="180753">
                <a:tc>
                  <a:txBody>
                    <a:bodyPr/>
                    <a:lstStyle/>
                    <a:p>
                      <a:pPr algn="ctr"/>
                      <a:r>
                        <a:rPr kumimoji="1" lang="ja-JP" altLang="en-US" sz="1300" dirty="0" smtClean="0"/>
                        <a:t>種別</a:t>
                      </a:r>
                      <a:endParaRPr kumimoji="1" lang="ja-JP" altLang="en-US" sz="1300" dirty="0"/>
                    </a:p>
                  </a:txBody>
                  <a:tcPr/>
                </a:tc>
                <a:tc gridSpan="2">
                  <a:txBody>
                    <a:bodyPr/>
                    <a:lstStyle/>
                    <a:p>
                      <a:pPr algn="ctr"/>
                      <a:r>
                        <a:rPr kumimoji="1" lang="ja-JP" altLang="en-US" sz="1300" dirty="0" smtClean="0"/>
                        <a:t>就労継続支援</a:t>
                      </a:r>
                      <a:r>
                        <a:rPr kumimoji="1" lang="en-US" altLang="ja-JP" sz="1300" dirty="0" smtClean="0"/>
                        <a:t>B</a:t>
                      </a:r>
                      <a:r>
                        <a:rPr kumimoji="1" lang="ja-JP" altLang="en-US" sz="1300" dirty="0" smtClean="0"/>
                        <a:t>型</a:t>
                      </a:r>
                      <a:endParaRPr kumimoji="1" lang="ja-JP" altLang="en-US" sz="1300" dirty="0"/>
                    </a:p>
                  </a:txBody>
                  <a:tcPr/>
                </a:tc>
                <a:tc hMerge="1">
                  <a:txBody>
                    <a:bodyPr/>
                    <a:lstStyle/>
                    <a:p>
                      <a:pPr algn="ctr"/>
                      <a:endParaRPr kumimoji="1" lang="ja-JP" altLang="en-US" sz="1400" dirty="0"/>
                    </a:p>
                  </a:txBody>
                  <a:tcPr/>
                </a:tc>
                <a:tc>
                  <a:txBody>
                    <a:bodyPr/>
                    <a:lstStyle/>
                    <a:p>
                      <a:pPr algn="ctr"/>
                      <a:r>
                        <a:rPr kumimoji="1" lang="ja-JP" altLang="en-US" sz="1300" dirty="0" smtClean="0"/>
                        <a:t>就労移行支援</a:t>
                      </a:r>
                      <a:endParaRPr kumimoji="1" lang="ja-JP" altLang="en-US" sz="1300" dirty="0"/>
                    </a:p>
                  </a:txBody>
                  <a:tcPr/>
                </a:tc>
                <a:tc>
                  <a:txBody>
                    <a:bodyPr/>
                    <a:lstStyle/>
                    <a:p>
                      <a:pPr algn="ctr"/>
                      <a:endParaRPr kumimoji="1" lang="ja-JP" altLang="en-US" sz="1300" dirty="0"/>
                    </a:p>
                  </a:txBody>
                  <a:tcPr/>
                </a:tc>
              </a:tr>
              <a:tr h="180753">
                <a:tc>
                  <a:txBody>
                    <a:bodyPr/>
                    <a:lstStyle/>
                    <a:p>
                      <a:pPr algn="ctr"/>
                      <a:r>
                        <a:rPr kumimoji="1" lang="ja-JP" altLang="en-US" sz="1300" dirty="0" smtClean="0"/>
                        <a:t>住所</a:t>
                      </a:r>
                      <a:endParaRPr kumimoji="1" lang="ja-JP" altLang="en-US" sz="1300" dirty="0"/>
                    </a:p>
                  </a:txBody>
                  <a:tcPr/>
                </a:tc>
                <a:tc gridSpan="3">
                  <a:txBody>
                    <a:bodyPr/>
                    <a:lstStyle/>
                    <a:p>
                      <a:pPr algn="ctr"/>
                      <a:r>
                        <a:rPr kumimoji="1" lang="ja-JP" altLang="en-US" sz="1300" dirty="0" smtClean="0"/>
                        <a:t>尾道市御調町大田７９６番地</a:t>
                      </a:r>
                      <a:endParaRPr kumimoji="1" lang="ja-JP" altLang="en-US" sz="1300" dirty="0"/>
                    </a:p>
                  </a:txBody>
                  <a:tcPr/>
                </a:tc>
                <a:tc hMerge="1">
                  <a:txBody>
                    <a:bodyPr/>
                    <a:lstStyle/>
                    <a:p>
                      <a:endParaRPr kumimoji="1" lang="ja-JP" altLang="en-US" sz="1400" dirty="0"/>
                    </a:p>
                  </a:txBody>
                  <a:tcPr/>
                </a:tc>
                <a:tc hMerge="1">
                  <a:txBody>
                    <a:bodyPr/>
                    <a:lstStyle/>
                    <a:p>
                      <a:endParaRPr kumimoji="1" lang="ja-JP" altLang="en-US"/>
                    </a:p>
                  </a:txBody>
                  <a:tcPr/>
                </a:tc>
                <a:tc>
                  <a:txBody>
                    <a:bodyPr/>
                    <a:lstStyle/>
                    <a:p>
                      <a:pPr algn="ctr"/>
                      <a:endParaRPr kumimoji="1" lang="ja-JP" altLang="en-US" sz="1300" dirty="0"/>
                    </a:p>
                  </a:txBody>
                  <a:tcPr/>
                </a:tc>
              </a:tr>
              <a:tr h="180753">
                <a:tc>
                  <a:txBody>
                    <a:bodyPr/>
                    <a:lstStyle/>
                    <a:p>
                      <a:pPr algn="ctr"/>
                      <a:r>
                        <a:rPr kumimoji="1" lang="ja-JP" altLang="en-US" sz="1300" dirty="0" smtClean="0"/>
                        <a:t>作業内容</a:t>
                      </a:r>
                      <a:endParaRPr kumimoji="1" lang="ja-JP" altLang="en-US" sz="1300" dirty="0"/>
                    </a:p>
                  </a:txBody>
                  <a:tcPr anchor="ctr"/>
                </a:tc>
                <a:tc>
                  <a:txBody>
                    <a:bodyPr/>
                    <a:lstStyle/>
                    <a:p>
                      <a:pPr algn="ctr"/>
                      <a:r>
                        <a:rPr kumimoji="1" lang="ja-JP" altLang="en-US" sz="1300" dirty="0" smtClean="0"/>
                        <a:t>遊技機解体作業</a:t>
                      </a:r>
                      <a:endParaRPr kumimoji="1" lang="ja-JP" altLang="en-US" sz="1300" dirty="0"/>
                    </a:p>
                  </a:txBody>
                  <a:tcPr anchor="ctr"/>
                </a:tc>
                <a:tc gridSpan="2">
                  <a:txBody>
                    <a:bodyPr/>
                    <a:lstStyle/>
                    <a:p>
                      <a:pPr algn="ctr"/>
                      <a:r>
                        <a:rPr kumimoji="1" lang="ja-JP" altLang="en-US" sz="1300" dirty="0" smtClean="0"/>
                        <a:t>遊戯機械解体作業</a:t>
                      </a:r>
                      <a:endParaRPr kumimoji="1" lang="en-US" altLang="ja-JP" sz="1300" dirty="0" smtClean="0"/>
                    </a:p>
                    <a:p>
                      <a:pPr algn="ctr"/>
                      <a:r>
                        <a:rPr kumimoji="1" lang="ja-JP" altLang="en-US" sz="1300" dirty="0" smtClean="0"/>
                        <a:t>就労技能訓練</a:t>
                      </a:r>
                      <a:endParaRPr kumimoji="1" lang="en-US" altLang="ja-JP" sz="1300" dirty="0" smtClean="0"/>
                    </a:p>
                  </a:txBody>
                  <a:tcPr/>
                </a:tc>
                <a:tc hMerge="1">
                  <a:txBody>
                    <a:bodyPr/>
                    <a:lstStyle/>
                    <a:p>
                      <a:endParaRPr kumimoji="1" lang="ja-JP" altLang="en-US"/>
                    </a:p>
                  </a:txBody>
                  <a:tcPr/>
                </a:tc>
                <a:tc>
                  <a:txBody>
                    <a:bodyPr/>
                    <a:lstStyle/>
                    <a:p>
                      <a:pPr algn="ctr"/>
                      <a:endParaRPr kumimoji="1" lang="en-US" altLang="ja-JP" sz="1300" dirty="0" smtClean="0"/>
                    </a:p>
                  </a:txBody>
                  <a:tcPr/>
                </a:tc>
              </a:tr>
              <a:tr h="180753">
                <a:tc>
                  <a:txBody>
                    <a:bodyPr/>
                    <a:lstStyle/>
                    <a:p>
                      <a:pPr algn="ctr"/>
                      <a:r>
                        <a:rPr kumimoji="1" lang="ja-JP" altLang="en-US" sz="1300" dirty="0" smtClean="0"/>
                        <a:t>開所日</a:t>
                      </a:r>
                      <a:endParaRPr kumimoji="1" lang="en-US" altLang="ja-JP" sz="1300" dirty="0" smtClean="0"/>
                    </a:p>
                  </a:txBody>
                  <a:tcPr/>
                </a:tc>
                <a:tc>
                  <a:txBody>
                    <a:bodyPr/>
                    <a:lstStyle/>
                    <a:p>
                      <a:pPr algn="ctr"/>
                      <a:r>
                        <a:rPr kumimoji="1" lang="ja-JP" altLang="en-US" sz="1300" dirty="0" smtClean="0"/>
                        <a:t>規程どおり</a:t>
                      </a:r>
                      <a:endParaRPr kumimoji="1" lang="ja-JP" altLang="en-US" sz="1300" dirty="0"/>
                    </a:p>
                  </a:txBody>
                  <a:tcPr/>
                </a:tc>
                <a:tc gridSpan="2">
                  <a:txBody>
                    <a:bodyPr/>
                    <a:lstStyle/>
                    <a:p>
                      <a:pPr algn="ctr"/>
                      <a:r>
                        <a:rPr kumimoji="1" lang="ja-JP" altLang="en-US" sz="1300" dirty="0" smtClean="0"/>
                        <a:t>規程どおり</a:t>
                      </a:r>
                      <a:endParaRPr kumimoji="1" lang="ja-JP" altLang="en-US" sz="1300" dirty="0"/>
                    </a:p>
                  </a:txBody>
                  <a:tcPr/>
                </a:tc>
                <a:tc hMerge="1">
                  <a:txBody>
                    <a:bodyPr/>
                    <a:lstStyle/>
                    <a:p>
                      <a:endParaRPr kumimoji="1" lang="ja-JP" altLang="en-US"/>
                    </a:p>
                  </a:txBody>
                  <a:tcPr/>
                </a:tc>
                <a:tc>
                  <a:txBody>
                    <a:bodyPr/>
                    <a:lstStyle/>
                    <a:p>
                      <a:pPr algn="ctr"/>
                      <a:endParaRPr kumimoji="1" lang="ja-JP" altLang="en-US" sz="1300" dirty="0"/>
                    </a:p>
                  </a:txBody>
                  <a:tcPr/>
                </a:tc>
              </a:tr>
              <a:tr h="180753">
                <a:tc>
                  <a:txBody>
                    <a:bodyPr/>
                    <a:lstStyle/>
                    <a:p>
                      <a:pPr algn="ctr"/>
                      <a:r>
                        <a:rPr kumimoji="1" lang="ja-JP" altLang="en-US" sz="1300" dirty="0" smtClean="0"/>
                        <a:t>利用時間</a:t>
                      </a:r>
                      <a:endParaRPr kumimoji="1" lang="ja-JP" altLang="en-US" sz="1300" dirty="0"/>
                    </a:p>
                  </a:txBody>
                  <a:tcPr/>
                </a:tc>
                <a:tc>
                  <a:txBody>
                    <a:bodyPr/>
                    <a:lstStyle/>
                    <a:p>
                      <a:pPr algn="ctr"/>
                      <a:r>
                        <a:rPr kumimoji="1" lang="ja-JP" altLang="en-US" sz="1300" dirty="0" smtClean="0"/>
                        <a:t>９：３０～１５：３０</a:t>
                      </a:r>
                      <a:endParaRPr kumimoji="1" lang="ja-JP" altLang="en-US" sz="1300" dirty="0"/>
                    </a:p>
                  </a:txBody>
                  <a:tcPr/>
                </a:tc>
                <a:tc gridSpan="2">
                  <a:txBody>
                    <a:bodyPr/>
                    <a:lstStyle/>
                    <a:p>
                      <a:pPr algn="ctr"/>
                      <a:r>
                        <a:rPr kumimoji="1" lang="ja-JP" altLang="en-US" sz="1300" dirty="0" smtClean="0"/>
                        <a:t>９：３０～１５：３０</a:t>
                      </a:r>
                      <a:endParaRPr kumimoji="1" lang="ja-JP" altLang="en-US" sz="1300" dirty="0"/>
                    </a:p>
                  </a:txBody>
                  <a:tcPr/>
                </a:tc>
                <a:tc hMerge="1">
                  <a:txBody>
                    <a:bodyPr/>
                    <a:lstStyle/>
                    <a:p>
                      <a:endParaRPr kumimoji="1" lang="ja-JP" altLang="en-US"/>
                    </a:p>
                  </a:txBody>
                  <a:tcPr/>
                </a:tc>
                <a:tc>
                  <a:txBody>
                    <a:bodyPr/>
                    <a:lstStyle/>
                    <a:p>
                      <a:pPr algn="ctr"/>
                      <a:endParaRPr kumimoji="1" lang="ja-JP" altLang="en-US" sz="1300" dirty="0"/>
                    </a:p>
                  </a:txBody>
                  <a:tcPr/>
                </a:tc>
              </a:tr>
              <a:tr h="180753">
                <a:tc>
                  <a:txBody>
                    <a:bodyPr/>
                    <a:lstStyle/>
                    <a:p>
                      <a:pPr algn="ctr"/>
                      <a:r>
                        <a:rPr kumimoji="1" lang="ja-JP" altLang="en-US" sz="1300" dirty="0" smtClean="0"/>
                        <a:t>送迎</a:t>
                      </a:r>
                      <a:endParaRPr kumimoji="1" lang="ja-JP" altLang="en-US" sz="1300" dirty="0"/>
                    </a:p>
                  </a:txBody>
                  <a:tcPr/>
                </a:tc>
                <a:tc>
                  <a:txBody>
                    <a:bodyPr/>
                    <a:lstStyle/>
                    <a:p>
                      <a:pPr algn="ctr"/>
                      <a:r>
                        <a:rPr kumimoji="1" lang="ja-JP" altLang="en-US" sz="1300" dirty="0" smtClean="0"/>
                        <a:t>あり</a:t>
                      </a:r>
                      <a:endParaRPr kumimoji="1" lang="ja-JP" altLang="en-US" sz="1300" dirty="0"/>
                    </a:p>
                  </a:txBody>
                  <a:tcPr/>
                </a:tc>
                <a:tc gridSpan="2">
                  <a:txBody>
                    <a:bodyPr/>
                    <a:lstStyle/>
                    <a:p>
                      <a:pPr algn="ctr"/>
                      <a:r>
                        <a:rPr kumimoji="1" lang="ja-JP" altLang="en-US" sz="1300" dirty="0" smtClean="0"/>
                        <a:t>あり</a:t>
                      </a:r>
                      <a:endParaRPr kumimoji="1" lang="ja-JP" altLang="en-US" sz="1300" dirty="0"/>
                    </a:p>
                  </a:txBody>
                  <a:tcPr/>
                </a:tc>
                <a:tc hMerge="1">
                  <a:txBody>
                    <a:bodyPr/>
                    <a:lstStyle/>
                    <a:p>
                      <a:endParaRPr kumimoji="1" lang="ja-JP" altLang="en-US"/>
                    </a:p>
                  </a:txBody>
                  <a:tcPr/>
                </a:tc>
                <a:tc>
                  <a:txBody>
                    <a:bodyPr/>
                    <a:lstStyle/>
                    <a:p>
                      <a:pPr algn="ctr"/>
                      <a:endParaRPr kumimoji="1" lang="ja-JP" altLang="en-US" sz="1300" dirty="0"/>
                    </a:p>
                  </a:txBody>
                  <a:tcPr/>
                </a:tc>
              </a:tr>
              <a:tr h="180753">
                <a:tc>
                  <a:txBody>
                    <a:bodyPr/>
                    <a:lstStyle/>
                    <a:p>
                      <a:pPr algn="ctr"/>
                      <a:r>
                        <a:rPr kumimoji="1" lang="ja-JP" altLang="en-US" sz="1300" dirty="0" smtClean="0"/>
                        <a:t>対象</a:t>
                      </a:r>
                      <a:endParaRPr kumimoji="1" lang="ja-JP" altLang="en-US" sz="1300" dirty="0"/>
                    </a:p>
                  </a:txBody>
                  <a:tcPr/>
                </a:tc>
                <a:tc>
                  <a:txBody>
                    <a:bodyPr/>
                    <a:lstStyle/>
                    <a:p>
                      <a:pPr algn="ctr"/>
                      <a:r>
                        <a:rPr kumimoji="1" lang="ja-JP" altLang="en-US" sz="1300" dirty="0" smtClean="0"/>
                        <a:t>該当受給者証の申請ができる方</a:t>
                      </a:r>
                      <a:endParaRPr kumimoji="1" lang="ja-JP" altLang="en-US" sz="1300" dirty="0"/>
                    </a:p>
                  </a:txBody>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300" dirty="0" smtClean="0"/>
                        <a:t>該当受給者証の申請ができる方</a:t>
                      </a:r>
                    </a:p>
                  </a:txBody>
                  <a:tcPr/>
                </a:tc>
                <a:tc hMerge="1">
                  <a:txBody>
                    <a:bodyPr/>
                    <a:lstStyle/>
                    <a:p>
                      <a:endParaRPr kumimoji="1" lang="ja-JP"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300" dirty="0" smtClean="0"/>
                    </a:p>
                  </a:txBody>
                  <a:tcPr/>
                </a:tc>
              </a:tr>
              <a:tr h="180753">
                <a:tc>
                  <a:txBody>
                    <a:bodyPr/>
                    <a:lstStyle/>
                    <a:p>
                      <a:pPr algn="ctr"/>
                      <a:r>
                        <a:rPr kumimoji="1" lang="ja-JP" altLang="en-US" sz="1300" dirty="0" smtClean="0"/>
                        <a:t>平均工賃</a:t>
                      </a:r>
                      <a:r>
                        <a:rPr kumimoji="1" lang="en-US" altLang="ja-JP" sz="1300" dirty="0" smtClean="0"/>
                        <a:t>/</a:t>
                      </a:r>
                      <a:r>
                        <a:rPr kumimoji="1" lang="ja-JP" altLang="en-US" sz="1300" dirty="0" smtClean="0"/>
                        <a:t>月</a:t>
                      </a:r>
                      <a:endParaRPr kumimoji="1" lang="en-US" altLang="ja-JP" sz="1300" dirty="0" smtClean="0"/>
                    </a:p>
                  </a:txBody>
                  <a:tcPr/>
                </a:tc>
                <a:tc>
                  <a:txBody>
                    <a:bodyPr/>
                    <a:lstStyle/>
                    <a:p>
                      <a:pPr algn="ctr"/>
                      <a:r>
                        <a:rPr kumimoji="1" lang="ja-JP" altLang="en-US" sz="1300" dirty="0" smtClean="0"/>
                        <a:t>２４，８００円</a:t>
                      </a:r>
                      <a:endParaRPr kumimoji="1" lang="ja-JP" altLang="en-US" sz="1300" dirty="0"/>
                    </a:p>
                  </a:txBody>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300" dirty="0" smtClean="0"/>
                        <a:t>－</a:t>
                      </a:r>
                    </a:p>
                  </a:txBody>
                  <a:tcPr/>
                </a:tc>
                <a:tc hMerge="1">
                  <a:txBody>
                    <a:bodyPr/>
                    <a:lstStyle/>
                    <a:p>
                      <a:endParaRPr kumimoji="1" lang="ja-JP"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300" dirty="0" smtClean="0"/>
                    </a:p>
                  </a:txBody>
                  <a:tcPr/>
                </a:tc>
              </a:tr>
              <a:tr h="180753">
                <a:tc>
                  <a:txBody>
                    <a:bodyPr/>
                    <a:lstStyle/>
                    <a:p>
                      <a:pPr algn="ctr"/>
                      <a:r>
                        <a:rPr kumimoji="1" lang="ja-JP" altLang="en-US" sz="1300" dirty="0" smtClean="0"/>
                        <a:t>最大工賃</a:t>
                      </a:r>
                      <a:r>
                        <a:rPr kumimoji="1" lang="en-US" altLang="ja-JP" sz="1300" dirty="0" smtClean="0"/>
                        <a:t>/</a:t>
                      </a:r>
                      <a:r>
                        <a:rPr kumimoji="1" lang="ja-JP" altLang="en-US" sz="1300" dirty="0" smtClean="0"/>
                        <a:t>月</a:t>
                      </a:r>
                      <a:endParaRPr kumimoji="1" lang="ja-JP" altLang="en-US" sz="1300" dirty="0"/>
                    </a:p>
                  </a:txBody>
                  <a:tcPr/>
                </a:tc>
                <a:tc>
                  <a:txBody>
                    <a:bodyPr/>
                    <a:lstStyle/>
                    <a:p>
                      <a:pPr algn="ctr"/>
                      <a:r>
                        <a:rPr kumimoji="1" lang="ja-JP" altLang="en-US" sz="1300" dirty="0" smtClean="0"/>
                        <a:t>３４，５００円</a:t>
                      </a:r>
                      <a:endParaRPr kumimoji="1" lang="ja-JP" altLang="en-US" sz="1300" dirty="0"/>
                    </a:p>
                  </a:txBody>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300" dirty="0" smtClean="0"/>
                        <a:t>－</a:t>
                      </a:r>
                    </a:p>
                  </a:txBody>
                  <a:tcPr/>
                </a:tc>
                <a:tc hMerge="1">
                  <a:txBody>
                    <a:bodyPr/>
                    <a:lstStyle/>
                    <a:p>
                      <a:endParaRPr kumimoji="1" lang="ja-JP" alt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1300" dirty="0" smtClean="0"/>
                    </a:p>
                  </a:txBody>
                  <a:tcPr/>
                </a:tc>
              </a:tr>
            </a:tbl>
          </a:graphicData>
        </a:graphic>
      </p:graphicFrame>
    </p:spTree>
    <p:extLst>
      <p:ext uri="{BB962C8B-B14F-4D97-AF65-F5344CB8AC3E}">
        <p14:creationId xmlns:p14="http://schemas.microsoft.com/office/powerpoint/2010/main" val="183835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ne 1"/>
          <p:cNvSpPr>
            <a:spLocks noChangeShapeType="1"/>
          </p:cNvSpPr>
          <p:nvPr/>
        </p:nvSpPr>
        <p:spPr bwMode="auto">
          <a:xfrm flipV="1">
            <a:off x="251520" y="581025"/>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0"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ja-JP" altLang="en-US" b="0" dirty="0" smtClean="0">
                <a:solidFill>
                  <a:srgbClr val="DC5924"/>
                </a:solidFill>
              </a:rPr>
              <a:t>　</a:t>
            </a:r>
            <a:r>
              <a:rPr lang="en-US" altLang="ja-JP" b="0" dirty="0" smtClean="0">
                <a:solidFill>
                  <a:srgbClr val="DC5924"/>
                </a:solidFill>
              </a:rPr>
              <a:t>B</a:t>
            </a:r>
            <a:r>
              <a:rPr lang="ja-JP" altLang="en-US" b="0" dirty="0">
                <a:solidFill>
                  <a:srgbClr val="DC5924"/>
                </a:solidFill>
              </a:rPr>
              <a:t>型就労継続支援</a:t>
            </a:r>
            <a:r>
              <a:rPr lang="ja-JP" altLang="en-US" b="0" dirty="0" smtClean="0">
                <a:solidFill>
                  <a:srgbClr val="DC5924"/>
                </a:solidFill>
              </a:rPr>
              <a:t>事業</a:t>
            </a:r>
            <a:r>
              <a:rPr lang="ja-JP" altLang="en-US" b="0" dirty="0">
                <a:solidFill>
                  <a:srgbClr val="DC5924"/>
                </a:solidFill>
              </a:rPr>
              <a:t>　　</a:t>
            </a:r>
            <a:r>
              <a:rPr lang="ja-JP" altLang="en-US" b="0" dirty="0" smtClean="0">
                <a:solidFill>
                  <a:srgbClr val="DC5924"/>
                </a:solidFill>
              </a:rPr>
              <a:t>事業所予定地</a:t>
            </a:r>
            <a:endParaRPr lang="ja-JP" altLang="ja-JP" b="0" dirty="0">
              <a:solidFill>
                <a:srgbClr val="DC5924"/>
              </a:solidFill>
            </a:endParaRPr>
          </a:p>
        </p:txBody>
      </p:sp>
      <p:pic>
        <p:nvPicPr>
          <p:cNvPr id="6" name="図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1" y="764704"/>
            <a:ext cx="2496278" cy="1872208"/>
          </a:xfrm>
          <a:prstGeom prst="rect">
            <a:avLst/>
          </a:prstGeom>
        </p:spPr>
      </p:pic>
      <p:pic>
        <p:nvPicPr>
          <p:cNvPr id="8" name="図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87824" y="764704"/>
            <a:ext cx="2520280" cy="1890210"/>
          </a:xfrm>
          <a:prstGeom prst="rect">
            <a:avLst/>
          </a:prstGeom>
        </p:spPr>
      </p:pic>
      <p:pic>
        <p:nvPicPr>
          <p:cNvPr id="9" name="図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32527" y="772294"/>
            <a:ext cx="2511881" cy="1883910"/>
          </a:xfrm>
          <a:prstGeom prst="rect">
            <a:avLst/>
          </a:prstGeom>
        </p:spPr>
      </p:pic>
      <p:pic>
        <p:nvPicPr>
          <p:cNvPr id="10" name="図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1520" y="2996951"/>
            <a:ext cx="2496279" cy="1872209"/>
          </a:xfrm>
          <a:prstGeom prst="rect">
            <a:avLst/>
          </a:prstGeom>
        </p:spPr>
      </p:pic>
      <p:pic>
        <p:nvPicPr>
          <p:cNvPr id="11" name="図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80740" y="2985491"/>
            <a:ext cx="2511559" cy="1883669"/>
          </a:xfrm>
          <a:prstGeom prst="rect">
            <a:avLst/>
          </a:prstGeom>
        </p:spPr>
      </p:pic>
    </p:spTree>
    <p:extLst>
      <p:ext uri="{BB962C8B-B14F-4D97-AF65-F5344CB8AC3E}">
        <p14:creationId xmlns:p14="http://schemas.microsoft.com/office/powerpoint/2010/main" val="82346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1"/>
          <p:cNvSpPr>
            <a:spLocks noChangeShapeType="1"/>
          </p:cNvSpPr>
          <p:nvPr/>
        </p:nvSpPr>
        <p:spPr bwMode="auto">
          <a:xfrm flipV="1">
            <a:off x="233252" y="600612"/>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3" name="Text Box 5"/>
          <p:cNvSpPr txBox="1">
            <a:spLocks noChangeArrowheads="1"/>
          </p:cNvSpPr>
          <p:nvPr/>
        </p:nvSpPr>
        <p:spPr bwMode="auto">
          <a:xfrm>
            <a:off x="93663"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en-US" altLang="ja-JP" b="0" dirty="0">
                <a:solidFill>
                  <a:srgbClr val="DC5924"/>
                </a:solidFill>
              </a:rPr>
              <a:t>B</a:t>
            </a:r>
            <a:r>
              <a:rPr lang="ja-JP" altLang="en-US" b="0" dirty="0">
                <a:solidFill>
                  <a:srgbClr val="DC5924"/>
                </a:solidFill>
              </a:rPr>
              <a:t>型就労継続支援</a:t>
            </a:r>
            <a:r>
              <a:rPr lang="ja-JP" altLang="en-US" b="0" dirty="0" smtClean="0">
                <a:solidFill>
                  <a:srgbClr val="DC5924"/>
                </a:solidFill>
              </a:rPr>
              <a:t>事業　パチンコ解体作業　商流フロー</a:t>
            </a:r>
            <a:endParaRPr lang="ja-JP" altLang="ja-JP" b="0" dirty="0">
              <a:solidFill>
                <a:srgbClr val="DC5924"/>
              </a:solidFill>
            </a:endParaRPr>
          </a:p>
        </p:txBody>
      </p:sp>
      <p:pic>
        <p:nvPicPr>
          <p:cNvPr id="53252" name="Picture 4" descr="一般社団法人　遊技機リサイクル協会"/>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0034" y="3764738"/>
            <a:ext cx="2190750" cy="66675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990" y="4363750"/>
            <a:ext cx="3567691" cy="2016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テキスト ボックス 3"/>
          <p:cNvSpPr txBox="1"/>
          <p:nvPr/>
        </p:nvSpPr>
        <p:spPr>
          <a:xfrm>
            <a:off x="6183408" y="4345359"/>
            <a:ext cx="1100108" cy="307777"/>
          </a:xfrm>
          <a:prstGeom prst="rect">
            <a:avLst/>
          </a:prstGeom>
          <a:noFill/>
        </p:spPr>
        <p:txBody>
          <a:bodyPr wrap="square" rtlCol="0">
            <a:spAutoFit/>
          </a:bodyPr>
          <a:lstStyle/>
          <a:p>
            <a:r>
              <a:rPr kumimoji="1" lang="ja-JP" altLang="en-US" sz="1400" b="1" dirty="0" smtClean="0">
                <a:solidFill>
                  <a:schemeClr val="tx1"/>
                </a:solidFill>
              </a:rPr>
              <a:t>指定事業者</a:t>
            </a:r>
            <a:endParaRPr kumimoji="1" lang="ja-JP" altLang="en-US" sz="1400" b="1" dirty="0">
              <a:solidFill>
                <a:schemeClr val="tx1"/>
              </a:solidFill>
            </a:endParaRPr>
          </a:p>
        </p:txBody>
      </p:sp>
      <p:pic>
        <p:nvPicPr>
          <p:cNvPr id="1028" name="Picture 4" descr="http://www.p-recycle.or.jp/system/images/guide_1.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482" y="1628800"/>
            <a:ext cx="5058048" cy="495699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カギ線コネクタ 5"/>
          <p:cNvCxnSpPr/>
          <p:nvPr/>
        </p:nvCxnSpPr>
        <p:spPr bwMode="auto">
          <a:xfrm>
            <a:off x="4445683" y="4797152"/>
            <a:ext cx="2033339" cy="936104"/>
          </a:xfrm>
          <a:prstGeom prst="bentConnector3">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テキスト ボックス 10"/>
          <p:cNvSpPr txBox="1"/>
          <p:nvPr/>
        </p:nvSpPr>
        <p:spPr>
          <a:xfrm>
            <a:off x="975415" y="2996952"/>
            <a:ext cx="1784946" cy="307777"/>
          </a:xfrm>
          <a:prstGeom prst="rect">
            <a:avLst/>
          </a:prstGeom>
          <a:noFill/>
        </p:spPr>
        <p:txBody>
          <a:bodyPr wrap="square" rtlCol="0">
            <a:spAutoFit/>
          </a:bodyPr>
          <a:lstStyle/>
          <a:p>
            <a:r>
              <a:rPr kumimoji="1" lang="ja-JP" altLang="en-US" sz="1400" b="1" dirty="0">
                <a:solidFill>
                  <a:schemeClr val="tx1"/>
                </a:solidFill>
              </a:rPr>
              <a:t>四国</a:t>
            </a:r>
            <a:r>
              <a:rPr kumimoji="1" lang="ja-JP" altLang="en-US" sz="1400" b="1" dirty="0" smtClean="0">
                <a:solidFill>
                  <a:schemeClr val="tx1"/>
                </a:solidFill>
              </a:rPr>
              <a:t>地方</a:t>
            </a:r>
            <a:endParaRPr kumimoji="1" lang="ja-JP" altLang="en-US" sz="1400" b="1" dirty="0">
              <a:solidFill>
                <a:schemeClr val="tx1"/>
              </a:solidFill>
            </a:endParaRPr>
          </a:p>
        </p:txBody>
      </p:sp>
      <p:pic>
        <p:nvPicPr>
          <p:cNvPr id="1029"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5400000">
            <a:off x="6050863" y="600629"/>
            <a:ext cx="2223477" cy="2876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テキスト ボックス 12"/>
          <p:cNvSpPr txBox="1"/>
          <p:nvPr/>
        </p:nvSpPr>
        <p:spPr>
          <a:xfrm>
            <a:off x="7004835" y="954316"/>
            <a:ext cx="1367911" cy="523220"/>
          </a:xfrm>
          <a:prstGeom prst="rect">
            <a:avLst/>
          </a:prstGeom>
          <a:noFill/>
        </p:spPr>
        <p:txBody>
          <a:bodyPr wrap="square" rtlCol="0">
            <a:spAutoFit/>
          </a:bodyPr>
          <a:lstStyle/>
          <a:p>
            <a:r>
              <a:rPr kumimoji="1" lang="ja-JP" altLang="en-US" sz="1400" b="1" dirty="0">
                <a:solidFill>
                  <a:srgbClr val="FF0000"/>
                </a:solidFill>
              </a:rPr>
              <a:t>就労</a:t>
            </a:r>
            <a:r>
              <a:rPr kumimoji="1" lang="ja-JP" altLang="en-US" sz="1400" b="1" dirty="0" smtClean="0">
                <a:solidFill>
                  <a:srgbClr val="FF0000"/>
                </a:solidFill>
              </a:rPr>
              <a:t>継続</a:t>
            </a:r>
            <a:endParaRPr kumimoji="1" lang="en-US" altLang="ja-JP" sz="1400" b="1" dirty="0" smtClean="0">
              <a:solidFill>
                <a:srgbClr val="FF0000"/>
              </a:solidFill>
            </a:endParaRPr>
          </a:p>
          <a:p>
            <a:r>
              <a:rPr kumimoji="1" lang="ja-JP" altLang="en-US" sz="1400" b="1" dirty="0">
                <a:solidFill>
                  <a:srgbClr val="FF0000"/>
                </a:solidFill>
              </a:rPr>
              <a:t>　</a:t>
            </a:r>
            <a:r>
              <a:rPr kumimoji="1" lang="ja-JP" altLang="en-US" sz="1400" b="1" dirty="0" smtClean="0">
                <a:solidFill>
                  <a:srgbClr val="FF0000"/>
                </a:solidFill>
              </a:rPr>
              <a:t>支援</a:t>
            </a:r>
            <a:r>
              <a:rPr kumimoji="1" lang="ja-JP" altLang="en-US" sz="1400" b="1" dirty="0">
                <a:solidFill>
                  <a:srgbClr val="FF0000"/>
                </a:solidFill>
              </a:rPr>
              <a:t>事業所</a:t>
            </a:r>
          </a:p>
        </p:txBody>
      </p:sp>
      <p:cxnSp>
        <p:nvCxnSpPr>
          <p:cNvPr id="9" name="直線矢印コネクタ 8"/>
          <p:cNvCxnSpPr/>
          <p:nvPr/>
        </p:nvCxnSpPr>
        <p:spPr bwMode="auto">
          <a:xfrm flipH="1" flipV="1">
            <a:off x="8363469" y="3174501"/>
            <a:ext cx="9277" cy="1478635"/>
          </a:xfrm>
          <a:prstGeom prst="straightConnector1">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テキスト ボックス 18"/>
          <p:cNvSpPr txBox="1"/>
          <p:nvPr/>
        </p:nvSpPr>
        <p:spPr>
          <a:xfrm>
            <a:off x="8043892" y="4247665"/>
            <a:ext cx="1100108" cy="738664"/>
          </a:xfrm>
          <a:prstGeom prst="rect">
            <a:avLst/>
          </a:prstGeom>
          <a:noFill/>
        </p:spPr>
        <p:txBody>
          <a:bodyPr wrap="square" rtlCol="0">
            <a:spAutoFit/>
          </a:bodyPr>
          <a:lstStyle/>
          <a:p>
            <a:pPr algn="ctr"/>
            <a:r>
              <a:rPr kumimoji="1" lang="ja-JP" altLang="en-US" sz="1400" b="1" dirty="0" smtClean="0">
                <a:solidFill>
                  <a:schemeClr val="tx1"/>
                </a:solidFill>
              </a:rPr>
              <a:t>パチンコ台</a:t>
            </a:r>
            <a:endParaRPr kumimoji="1" lang="en-US" altLang="ja-JP" sz="1400" b="1" dirty="0" smtClean="0">
              <a:solidFill>
                <a:schemeClr val="tx1"/>
              </a:solidFill>
            </a:endParaRPr>
          </a:p>
          <a:p>
            <a:pPr algn="ctr"/>
            <a:r>
              <a:rPr kumimoji="1" lang="ja-JP" altLang="en-US" sz="1400" b="1" dirty="0" smtClean="0">
                <a:solidFill>
                  <a:schemeClr val="tx1"/>
                </a:solidFill>
              </a:rPr>
              <a:t>手作業</a:t>
            </a:r>
            <a:endParaRPr kumimoji="1" lang="en-US" altLang="ja-JP" sz="1400" b="1" dirty="0" smtClean="0">
              <a:solidFill>
                <a:schemeClr val="tx1"/>
              </a:solidFill>
            </a:endParaRPr>
          </a:p>
          <a:p>
            <a:pPr algn="ctr"/>
            <a:r>
              <a:rPr kumimoji="1" lang="ja-JP" altLang="en-US" sz="1400" b="1" dirty="0" smtClean="0">
                <a:solidFill>
                  <a:schemeClr val="tx1"/>
                </a:solidFill>
              </a:rPr>
              <a:t>解体依頼</a:t>
            </a:r>
            <a:endParaRPr kumimoji="1" lang="ja-JP" altLang="en-US" sz="1400" b="1" dirty="0">
              <a:solidFill>
                <a:schemeClr val="tx1"/>
              </a:solidFill>
            </a:endParaRPr>
          </a:p>
        </p:txBody>
      </p:sp>
      <p:cxnSp>
        <p:nvCxnSpPr>
          <p:cNvPr id="20" name="直線矢印コネクタ 19"/>
          <p:cNvCxnSpPr/>
          <p:nvPr/>
        </p:nvCxnSpPr>
        <p:spPr bwMode="auto">
          <a:xfrm>
            <a:off x="7596336" y="3174501"/>
            <a:ext cx="1" cy="1478636"/>
          </a:xfrm>
          <a:prstGeom prst="straightConnector1">
            <a:avLst/>
          </a:prstGeom>
          <a:solidFill>
            <a:srgbClr val="00B8FF"/>
          </a:solidFill>
          <a:ln w="571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テキスト ボックス 22"/>
          <p:cNvSpPr txBox="1"/>
          <p:nvPr/>
        </p:nvSpPr>
        <p:spPr>
          <a:xfrm>
            <a:off x="6930870" y="3241517"/>
            <a:ext cx="1100108" cy="523220"/>
          </a:xfrm>
          <a:prstGeom prst="rect">
            <a:avLst/>
          </a:prstGeom>
          <a:noFill/>
        </p:spPr>
        <p:txBody>
          <a:bodyPr wrap="square" rtlCol="0">
            <a:spAutoFit/>
          </a:bodyPr>
          <a:lstStyle/>
          <a:p>
            <a:pPr algn="ctr"/>
            <a:r>
              <a:rPr kumimoji="1" lang="ja-JP" altLang="en-US" sz="1400" b="1" dirty="0" smtClean="0">
                <a:solidFill>
                  <a:schemeClr val="tx1"/>
                </a:solidFill>
              </a:rPr>
              <a:t>解体パーツ</a:t>
            </a:r>
            <a:endParaRPr kumimoji="1" lang="en-US" altLang="ja-JP" sz="1400" b="1" dirty="0" smtClean="0">
              <a:solidFill>
                <a:schemeClr val="tx1"/>
              </a:solidFill>
            </a:endParaRPr>
          </a:p>
          <a:p>
            <a:pPr algn="ctr"/>
            <a:endParaRPr kumimoji="1" lang="ja-JP" altLang="en-US" sz="1400" b="1" dirty="0">
              <a:solidFill>
                <a:schemeClr val="tx1"/>
              </a:solidFill>
            </a:endParaRPr>
          </a:p>
        </p:txBody>
      </p:sp>
      <p:sp>
        <p:nvSpPr>
          <p:cNvPr id="17" name="円/楕円 16"/>
          <p:cNvSpPr/>
          <p:nvPr/>
        </p:nvSpPr>
        <p:spPr bwMode="auto">
          <a:xfrm>
            <a:off x="7283516" y="3610849"/>
            <a:ext cx="1310429" cy="610239"/>
          </a:xfrm>
          <a:prstGeom prst="ellipse">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pPr>
            <a:r>
              <a:rPr kumimoji="0" lang="ja-JP" altLang="en-US" sz="1400" b="0" i="0" u="none" strike="noStrike" cap="none" normalizeH="0" baseline="0" dirty="0" smtClean="0">
                <a:ln>
                  <a:noFill/>
                </a:ln>
                <a:solidFill>
                  <a:schemeClr val="bg1"/>
                </a:solidFill>
                <a:effectLst/>
                <a:latin typeface="Arial" charset="0"/>
                <a:ea typeface="ＭＳ Ｐゴシック" charset="-128"/>
              </a:rPr>
              <a:t>継続売買契約</a:t>
            </a:r>
          </a:p>
        </p:txBody>
      </p:sp>
      <p:sp>
        <p:nvSpPr>
          <p:cNvPr id="5" name="テキスト ボックス 4"/>
          <p:cNvSpPr txBox="1"/>
          <p:nvPr/>
        </p:nvSpPr>
        <p:spPr>
          <a:xfrm>
            <a:off x="233252" y="764704"/>
            <a:ext cx="4482764"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600" b="1" dirty="0" smtClean="0">
                <a:solidFill>
                  <a:schemeClr val="tx1"/>
                </a:solidFill>
              </a:rPr>
              <a:t>当事業所は、遊技機リサイクル協会指定事業者「藤鳶工業株式会社」様との提携により安定した中古パチンコ台の確保を実現しています。</a:t>
            </a:r>
            <a:endParaRPr kumimoji="1" lang="ja-JP" altLang="en-US" sz="1600" b="1" dirty="0">
              <a:solidFill>
                <a:schemeClr val="tx1"/>
              </a:solidFill>
            </a:endParaRPr>
          </a:p>
        </p:txBody>
      </p:sp>
    </p:spTree>
    <p:extLst>
      <p:ext uri="{BB962C8B-B14F-4D97-AF65-F5344CB8AC3E}">
        <p14:creationId xmlns:p14="http://schemas.microsoft.com/office/powerpoint/2010/main" val="3673535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706" y="919889"/>
            <a:ext cx="6788646" cy="5284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Line 1"/>
          <p:cNvSpPr>
            <a:spLocks noChangeShapeType="1"/>
          </p:cNvSpPr>
          <p:nvPr/>
        </p:nvSpPr>
        <p:spPr bwMode="auto">
          <a:xfrm flipV="1">
            <a:off x="233252" y="600612"/>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93663" y="0"/>
            <a:ext cx="8078787"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r>
              <a:rPr lang="en-US" altLang="ja-JP" b="0" dirty="0">
                <a:solidFill>
                  <a:srgbClr val="DC5924"/>
                </a:solidFill>
              </a:rPr>
              <a:t>B</a:t>
            </a:r>
            <a:r>
              <a:rPr lang="ja-JP" altLang="en-US" b="0" dirty="0">
                <a:solidFill>
                  <a:srgbClr val="DC5924"/>
                </a:solidFill>
              </a:rPr>
              <a:t>型就労継続支援</a:t>
            </a:r>
            <a:r>
              <a:rPr lang="ja-JP" altLang="en-US" b="0" dirty="0" smtClean="0">
                <a:solidFill>
                  <a:srgbClr val="DC5924"/>
                </a:solidFill>
              </a:rPr>
              <a:t>事業　パチンコ解体作業一般フロー</a:t>
            </a:r>
            <a:endParaRPr lang="ja-JP" altLang="ja-JP" b="0" dirty="0">
              <a:solidFill>
                <a:srgbClr val="DC5924"/>
              </a:solidFill>
            </a:endParaRPr>
          </a:p>
        </p:txBody>
      </p:sp>
    </p:spTree>
    <p:extLst>
      <p:ext uri="{BB962C8B-B14F-4D97-AF65-F5344CB8AC3E}">
        <p14:creationId xmlns:p14="http://schemas.microsoft.com/office/powerpoint/2010/main" val="2163456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noChangeArrowheads="1"/>
            <a:extLst>
              <a:ext uri="{84589F7E-364E-4C9E-8A38-B11213B215E9}">
                <a14:cameraTool xmlns:a14="http://schemas.microsoft.com/office/drawing/2010/main" cellRange="$B$2:$K$41"/>
              </a:ext>
            </a:extLst>
          </p:cNvPicPr>
          <p:nvPr/>
        </p:nvPicPr>
        <p:blipFill>
          <a:blip r:embed="rId2"/>
          <a:srcRect/>
          <a:stretch>
            <a:fillRect/>
          </a:stretch>
        </p:blipFill>
        <p:spPr bwMode="auto">
          <a:xfrm>
            <a:off x="323528" y="692696"/>
            <a:ext cx="5760640" cy="6216165"/>
          </a:xfrm>
          <a:prstGeom prst="rect">
            <a:avLst/>
          </a:prstGeom>
          <a:noFill/>
          <a:ln w="9525">
            <a:noFill/>
            <a:miter lim="800000"/>
            <a:headEnd/>
            <a:tailEnd/>
          </a:ln>
        </p:spPr>
      </p:pic>
      <p:sp>
        <p:nvSpPr>
          <p:cNvPr id="3" name="Line 1"/>
          <p:cNvSpPr>
            <a:spLocks noChangeShapeType="1"/>
          </p:cNvSpPr>
          <p:nvPr/>
        </p:nvSpPr>
        <p:spPr bwMode="auto">
          <a:xfrm flipV="1">
            <a:off x="185793" y="531544"/>
            <a:ext cx="8424862" cy="0"/>
          </a:xfrm>
          <a:prstGeom prst="line">
            <a:avLst/>
          </a:prstGeom>
          <a:noFill/>
          <a:ln w="12600" cap="sq">
            <a:solidFill>
              <a:srgbClr val="777777"/>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ja-JP" altLang="en-US"/>
          </a:p>
        </p:txBody>
      </p:sp>
      <p:sp>
        <p:nvSpPr>
          <p:cNvPr id="4" name="Text Box 5"/>
          <p:cNvSpPr txBox="1">
            <a:spLocks noChangeArrowheads="1"/>
          </p:cNvSpPr>
          <p:nvPr/>
        </p:nvSpPr>
        <p:spPr bwMode="auto">
          <a:xfrm>
            <a:off x="81017" y="241031"/>
            <a:ext cx="8078787" cy="290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eaLnBrk="0" hangingPunct="0">
              <a:spcBef>
                <a:spcPts val="500"/>
              </a:spcBef>
              <a:spcAft>
                <a:spcPts val="60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b="1">
                <a:solidFill>
                  <a:srgbClr val="000000"/>
                </a:solidFill>
                <a:latin typeface="Arial" charset="0"/>
                <a:ea typeface="ＭＳ Ｐゴシック" charset="-128"/>
              </a:defRPr>
            </a:lvl1pPr>
            <a:lvl2pPr eaLnBrk="0" hangingPunct="0">
              <a:spcBef>
                <a:spcPts val="5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charset="0"/>
                <a:ea typeface="ＭＳ Ｐゴシック" charset="-128"/>
              </a:defRPr>
            </a:lvl2pPr>
            <a:lvl3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3pPr>
            <a:lvl4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4pPr>
            <a:lvl5pPr eaLnBrk="0" hangingPunct="0">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5pPr>
            <a:lvl6pPr marL="25146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6pPr>
            <a:lvl7pPr marL="29718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7pPr>
            <a:lvl8pPr marL="34290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8pPr>
            <a:lvl9pPr marL="3886200" indent="-228600" defTabSz="449263" eaLnBrk="0" fontAlgn="base" hangingPunct="0">
              <a:spcBef>
                <a:spcPts val="450"/>
              </a:spcBef>
              <a:spcAft>
                <a:spcPct val="0"/>
              </a:spcAft>
              <a:buClr>
                <a:srgbClr val="000000"/>
              </a:buClr>
              <a:buSzPct val="100000"/>
              <a:buFont typeface="Times New Roman" pitchFamily="16"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Arial" charset="0"/>
                <a:ea typeface="ＭＳ Ｐゴシック" charset="-128"/>
              </a:defRPr>
            </a:lvl9pPr>
          </a:lstStyle>
          <a:p>
            <a:pPr eaLnBrk="1" hangingPunct="1">
              <a:spcBef>
                <a:spcPct val="0"/>
              </a:spcBef>
              <a:spcAft>
                <a:spcPct val="0"/>
              </a:spcAft>
              <a:buClrTx/>
              <a:buFontTx/>
              <a:buNone/>
            </a:pPr>
            <a:endParaRPr lang="en-US" altLang="ja-JP" b="0" dirty="0" smtClean="0">
              <a:solidFill>
                <a:srgbClr val="DC5924"/>
              </a:solidFill>
            </a:endParaRPr>
          </a:p>
          <a:p>
            <a:pPr eaLnBrk="1" hangingPunct="1">
              <a:spcBef>
                <a:spcPct val="0"/>
              </a:spcBef>
              <a:spcAft>
                <a:spcPct val="0"/>
              </a:spcAft>
              <a:buClrTx/>
              <a:buFontTx/>
              <a:buNone/>
            </a:pPr>
            <a:endParaRPr lang="en-US" altLang="ja-JP" b="0" dirty="0" smtClean="0">
              <a:solidFill>
                <a:srgbClr val="DC5924"/>
              </a:solidFill>
            </a:endParaRPr>
          </a:p>
          <a:p>
            <a:pPr eaLnBrk="1" hangingPunct="1">
              <a:spcBef>
                <a:spcPct val="0"/>
              </a:spcBef>
              <a:spcAft>
                <a:spcPct val="0"/>
              </a:spcAft>
              <a:buClrTx/>
              <a:buFontTx/>
              <a:buNone/>
            </a:pPr>
            <a:endParaRPr lang="en-US" altLang="ja-JP" b="0" dirty="0">
              <a:solidFill>
                <a:srgbClr val="DC5924"/>
              </a:solidFill>
            </a:endParaRPr>
          </a:p>
          <a:p>
            <a:pPr eaLnBrk="1" hangingPunct="1">
              <a:spcBef>
                <a:spcPct val="0"/>
              </a:spcBef>
              <a:spcAft>
                <a:spcPct val="0"/>
              </a:spcAft>
              <a:buClrTx/>
              <a:buFontTx/>
              <a:buNone/>
            </a:pPr>
            <a:r>
              <a:rPr lang="ja-JP" altLang="en-US" b="0" dirty="0" smtClean="0">
                <a:solidFill>
                  <a:srgbClr val="DC5924"/>
                </a:solidFill>
              </a:rPr>
              <a:t>パチンコ台　解体後売却予想額（市況また業者方針等により変更します。）</a:t>
            </a:r>
            <a:endParaRPr lang="ja-JP" altLang="ja-JP" b="0" dirty="0">
              <a:solidFill>
                <a:srgbClr val="DC5924"/>
              </a:solidFill>
            </a:endParaRPr>
          </a:p>
        </p:txBody>
      </p:sp>
    </p:spTree>
    <p:extLst>
      <p:ext uri="{BB962C8B-B14F-4D97-AF65-F5344CB8AC3E}">
        <p14:creationId xmlns:p14="http://schemas.microsoft.com/office/powerpoint/2010/main" val="2411181460"/>
      </p:ext>
    </p:extLst>
  </p:cSld>
  <p:clrMapOvr>
    <a:masterClrMapping/>
  </p:clrMapOvr>
</p:sld>
</file>

<file path=ppt/theme/theme1.xml><?xml version="1.0" encoding="utf-8"?>
<a:theme xmlns:a="http://schemas.openxmlformats.org/drawingml/2006/main" name="1_Office ​​テーマ">
  <a:themeElements>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テーマ">
      <a:majorFont>
        <a:latin typeface="Arial Black"/>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lnDef>
  </a:objectDefaults>
  <a:extraClrSchemeLst>
    <a:extraClrScheme>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テーマ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テーマ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テーマ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テーマ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テーマ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テーマ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Office ​​テーマ">
  <a:themeElements>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テーマ">
      <a:majorFont>
        <a:latin typeface="Arial Black"/>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solidFill>
              <a:schemeClr val="bg1"/>
            </a:solidFill>
            <a:effectLst/>
            <a:latin typeface="Arial" charset="0"/>
            <a:ea typeface="ＭＳ Ｐゴシック" charset="-128"/>
          </a:defRPr>
        </a:defPPr>
      </a:lstStyle>
    </a:lnDef>
  </a:objectDefaults>
  <a:extraClrSchemeLst>
    <a:extraClrScheme>
      <a:clrScheme name="Office ​​テーマ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テーマ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テーマ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テーマ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テーマ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テーマ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テーマ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10500</TotalTime>
  <Words>222</Words>
  <Application>Microsoft Office PowerPoint</Application>
  <PresentationFormat>画面に合わせる (4:3)</PresentationFormat>
  <Paragraphs>74</Paragraphs>
  <Slides>7</Slides>
  <Notes>1</Notes>
  <HiddenSlides>0</HiddenSlides>
  <MMClips>0</MMClips>
  <ScaleCrop>false</ScaleCrop>
  <HeadingPairs>
    <vt:vector size="6" baseType="variant">
      <vt:variant>
        <vt:lpstr>使用されているフォント</vt:lpstr>
      </vt:variant>
      <vt:variant>
        <vt:i4>8</vt:i4>
      </vt:variant>
      <vt:variant>
        <vt:lpstr>テーマ</vt:lpstr>
      </vt:variant>
      <vt:variant>
        <vt:i4>2</vt:i4>
      </vt:variant>
      <vt:variant>
        <vt:lpstr>スライド タイトル</vt:lpstr>
      </vt:variant>
      <vt:variant>
        <vt:i4>7</vt:i4>
      </vt:variant>
    </vt:vector>
  </HeadingPairs>
  <TitlesOfParts>
    <vt:vector size="17" baseType="lpstr">
      <vt:lpstr>HG丸ｺﾞｼｯｸM-PRO</vt:lpstr>
      <vt:lpstr>ＭＳ Ｐゴシック</vt:lpstr>
      <vt:lpstr>ＭＳ Ｐ明朝</vt:lpstr>
      <vt:lpstr>Arial</vt:lpstr>
      <vt:lpstr>Arial Black</vt:lpstr>
      <vt:lpstr>Calibri</vt:lpstr>
      <vt:lpstr>Times New Roman</vt:lpstr>
      <vt:lpstr>Wingdings</vt:lpstr>
      <vt:lpstr>1_Office ​​テーマ</vt:lpstr>
      <vt:lpstr>2_Office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31702</dc:creator>
  <cp:lastModifiedBy>user</cp:lastModifiedBy>
  <cp:revision>250</cp:revision>
  <cp:lastPrinted>2015-04-18T02:30:39Z</cp:lastPrinted>
  <dcterms:created xsi:type="dcterms:W3CDTF">2012-06-06T06:35:04Z</dcterms:created>
  <dcterms:modified xsi:type="dcterms:W3CDTF">2015-04-18T04:31:06Z</dcterms:modified>
</cp:coreProperties>
</file>