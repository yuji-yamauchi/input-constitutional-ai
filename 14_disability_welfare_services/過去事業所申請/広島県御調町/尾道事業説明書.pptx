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3650" r:id="rId2"/>
  </p:sldMasterIdLst>
  <p:notesMasterIdLst>
    <p:notesMasterId r:id="rId10"/>
  </p:notesMasterIdLst>
  <p:sldIdLst>
    <p:sldId id="256" r:id="rId3"/>
    <p:sldId id="299" r:id="rId4"/>
    <p:sldId id="300" r:id="rId5"/>
    <p:sldId id="297" r:id="rId6"/>
    <p:sldId id="298" r:id="rId7"/>
    <p:sldId id="288" r:id="rId8"/>
    <p:sldId id="290" r:id="rId9"/>
  </p:sldIdLst>
  <p:sldSz cx="9144000" cy="6858000" type="screen4x3"/>
  <p:notesSz cx="6735763" cy="9866313"/>
  <p:defaultTextStyle>
    <a:defPPr>
      <a:defRPr lang="en-GB"/>
    </a:defPPr>
    <a:lvl1pPr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1pPr>
    <a:lvl2pPr marL="742950" indent="-28575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2pPr>
    <a:lvl3pPr marL="11430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3pPr>
    <a:lvl4pPr marL="16002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4pPr>
    <a:lvl5pPr marL="20574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5pPr>
    <a:lvl6pPr marL="2286000" algn="l" defTabSz="914400" rtl="0" eaLnBrk="1" latinLnBrk="0" hangingPunct="1">
      <a:defRPr kern="1200">
        <a:solidFill>
          <a:schemeClr val="bg1"/>
        </a:solidFill>
        <a:latin typeface="Arial" charset="0"/>
        <a:ea typeface="ＭＳ Ｐゴシック" charset="-128"/>
        <a:cs typeface="+mn-cs"/>
      </a:defRPr>
    </a:lvl6pPr>
    <a:lvl7pPr marL="2743200" algn="l" defTabSz="914400" rtl="0" eaLnBrk="1" latinLnBrk="0" hangingPunct="1">
      <a:defRPr kern="1200">
        <a:solidFill>
          <a:schemeClr val="bg1"/>
        </a:solidFill>
        <a:latin typeface="Arial" charset="0"/>
        <a:ea typeface="ＭＳ Ｐゴシック" charset="-128"/>
        <a:cs typeface="+mn-cs"/>
      </a:defRPr>
    </a:lvl7pPr>
    <a:lvl8pPr marL="3200400" algn="l" defTabSz="914400" rtl="0" eaLnBrk="1" latinLnBrk="0" hangingPunct="1">
      <a:defRPr kern="1200">
        <a:solidFill>
          <a:schemeClr val="bg1"/>
        </a:solidFill>
        <a:latin typeface="Arial" charset="0"/>
        <a:ea typeface="ＭＳ Ｐゴシック" charset="-128"/>
        <a:cs typeface="+mn-cs"/>
      </a:defRPr>
    </a:lvl8pPr>
    <a:lvl9pPr marL="3657600" algn="l" defTabSz="914400" rtl="0" eaLnBrk="1" latinLnBrk="0" hangingPunct="1">
      <a:defRPr kern="1200">
        <a:solidFill>
          <a:schemeClr val="bg1"/>
        </a:solidFill>
        <a:latin typeface="Arial" charset="0"/>
        <a:ea typeface="ＭＳ Ｐゴシック" charset="-128"/>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925"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68" y="-84"/>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AutoShape 1"/>
          <p:cNvSpPr>
            <a:spLocks noChangeArrowheads="1"/>
          </p:cNvSpPr>
          <p:nvPr/>
        </p:nvSpPr>
        <p:spPr bwMode="auto">
          <a:xfrm>
            <a:off x="1" y="1"/>
            <a:ext cx="6735763" cy="9866313"/>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1414" tIns="45708" rIns="91414" bIns="45708" anchor="ctr"/>
          <a:lstStyle/>
          <a:p>
            <a:endParaRPr lang="ja-JP" altLang="en-US"/>
          </a:p>
        </p:txBody>
      </p:sp>
      <p:sp>
        <p:nvSpPr>
          <p:cNvPr id="16387" name="Text Box 2"/>
          <p:cNvSpPr txBox="1">
            <a:spLocks noChangeArrowheads="1"/>
          </p:cNvSpPr>
          <p:nvPr/>
        </p:nvSpPr>
        <p:spPr bwMode="auto">
          <a:xfrm>
            <a:off x="0" y="1"/>
            <a:ext cx="2920021" cy="4939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1414" tIns="45708" rIns="91414" bIns="45708" anchor="ctr"/>
          <a:lstStyle/>
          <a:p>
            <a:endParaRPr lang="ja-JP" altLang="en-US"/>
          </a:p>
        </p:txBody>
      </p:sp>
      <p:sp>
        <p:nvSpPr>
          <p:cNvPr id="4099" name="Rectangle 3"/>
          <p:cNvSpPr>
            <a:spLocks noGrp="1" noChangeArrowheads="1"/>
          </p:cNvSpPr>
          <p:nvPr>
            <p:ph type="dt"/>
          </p:nvPr>
        </p:nvSpPr>
        <p:spPr bwMode="auto">
          <a:xfrm>
            <a:off x="3814190" y="2"/>
            <a:ext cx="2918468" cy="492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4" tIns="45708" rIns="91414" bIns="45708" numCol="1" anchor="t" anchorCtr="0" compatLnSpc="1">
            <a:prstTxWarp prst="textNoShape">
              <a:avLst/>
            </a:prstTxWarp>
          </a:bodyPr>
          <a:lstStyle>
            <a:lvl1pPr algn="r">
              <a:buClrTx/>
              <a:buFontTx/>
              <a:buNone/>
              <a:tabLst>
                <a:tab pos="723705" algn="l"/>
                <a:tab pos="1447410" algn="l"/>
                <a:tab pos="2171114" algn="l"/>
                <a:tab pos="2894819" algn="l"/>
              </a:tabLst>
              <a:defRPr sz="1200">
                <a:solidFill>
                  <a:srgbClr val="000000"/>
                </a:solidFill>
                <a:latin typeface="Calibri" pitchFamily="32" charset="0"/>
                <a:ea typeface="ＭＳ Ｐ明朝" charset="-128"/>
              </a:defRPr>
            </a:lvl1pPr>
          </a:lstStyle>
          <a:p>
            <a:pPr>
              <a:defRPr/>
            </a:pPr>
            <a:endParaRPr lang="en-US"/>
          </a:p>
        </p:txBody>
      </p:sp>
      <p:sp>
        <p:nvSpPr>
          <p:cNvPr id="16389" name="Rectangle 4"/>
          <p:cNvSpPr>
            <a:spLocks noGrp="1" noRot="1" noChangeAspect="1" noChangeArrowheads="1"/>
          </p:cNvSpPr>
          <p:nvPr>
            <p:ph type="sldImg"/>
          </p:nvPr>
        </p:nvSpPr>
        <p:spPr bwMode="auto">
          <a:xfrm>
            <a:off x="901700" y="739775"/>
            <a:ext cx="4930775" cy="3698875"/>
          </a:xfrm>
          <a:prstGeom prst="rect">
            <a:avLst/>
          </a:prstGeom>
          <a:noFill/>
          <a:ln w="1260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101" name="Rectangle 5"/>
          <p:cNvSpPr>
            <a:spLocks noGrp="1" noChangeArrowheads="1"/>
          </p:cNvSpPr>
          <p:nvPr>
            <p:ph type="body"/>
          </p:nvPr>
        </p:nvSpPr>
        <p:spPr bwMode="auto">
          <a:xfrm>
            <a:off x="673733" y="4686188"/>
            <a:ext cx="5386747" cy="44376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4" tIns="45708" rIns="91414" bIns="45708" numCol="1" anchor="t" anchorCtr="0" compatLnSpc="1">
            <a:prstTxWarp prst="textNoShape">
              <a:avLst/>
            </a:prstTxWarp>
          </a:bodyPr>
          <a:lstStyle/>
          <a:p>
            <a:pPr lvl="0"/>
            <a:endParaRPr lang="ja-JP" altLang="ja-JP" noProof="0" smtClean="0"/>
          </a:p>
        </p:txBody>
      </p:sp>
      <p:sp>
        <p:nvSpPr>
          <p:cNvPr id="16391" name="Text Box 6"/>
          <p:cNvSpPr txBox="1">
            <a:spLocks noChangeArrowheads="1"/>
          </p:cNvSpPr>
          <p:nvPr/>
        </p:nvSpPr>
        <p:spPr bwMode="auto">
          <a:xfrm>
            <a:off x="0" y="9369247"/>
            <a:ext cx="2920021" cy="4939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1414" tIns="45708" rIns="91414" bIns="45708" anchor="ctr"/>
          <a:lstStyle/>
          <a:p>
            <a:endParaRPr lang="ja-JP" altLang="en-US"/>
          </a:p>
        </p:txBody>
      </p:sp>
      <p:sp>
        <p:nvSpPr>
          <p:cNvPr id="4103" name="Rectangle 7"/>
          <p:cNvSpPr>
            <a:spLocks noGrp="1" noChangeArrowheads="1"/>
          </p:cNvSpPr>
          <p:nvPr>
            <p:ph type="sldNum"/>
          </p:nvPr>
        </p:nvSpPr>
        <p:spPr bwMode="auto">
          <a:xfrm>
            <a:off x="3814190" y="9369248"/>
            <a:ext cx="2918468" cy="492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4" tIns="45708" rIns="91414" bIns="45708" numCol="1" anchor="b" anchorCtr="0" compatLnSpc="1">
            <a:prstTxWarp prst="textNoShape">
              <a:avLst/>
            </a:prstTxWarp>
          </a:bodyPr>
          <a:lstStyle>
            <a:lvl1pPr algn="r">
              <a:buClrTx/>
              <a:buFontTx/>
              <a:buNone/>
              <a:tabLst>
                <a:tab pos="723705" algn="l"/>
                <a:tab pos="1447410" algn="l"/>
                <a:tab pos="2171114" algn="l"/>
                <a:tab pos="2894819" algn="l"/>
              </a:tabLst>
              <a:defRPr sz="1200">
                <a:solidFill>
                  <a:srgbClr val="000000"/>
                </a:solidFill>
                <a:latin typeface="Calibri" pitchFamily="32" charset="0"/>
                <a:ea typeface="ＭＳ Ｐ明朝" charset="-128"/>
              </a:defRPr>
            </a:lvl1pPr>
          </a:lstStyle>
          <a:p>
            <a:pPr>
              <a:defRPr/>
            </a:pPr>
            <a:fld id="{70372DC9-4E3A-48D7-B466-713EB35763B3}" type="slidenum">
              <a:rPr lang="en-US"/>
              <a:pPr>
                <a:defRPr/>
              </a:pPr>
              <a:t>‹#›</a:t>
            </a:fld>
            <a:endParaRPr lang="en-US"/>
          </a:p>
        </p:txBody>
      </p:sp>
    </p:spTree>
    <p:extLst>
      <p:ext uri="{BB962C8B-B14F-4D97-AF65-F5344CB8AC3E}">
        <p14:creationId xmlns:p14="http://schemas.microsoft.com/office/powerpoint/2010/main" val="4012460969"/>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7"/>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eaLnBrk="0" hangingPunct="0">
              <a:spcBef>
                <a:spcPct val="30000"/>
              </a:spcBef>
              <a:tabLst>
                <a:tab pos="723097" algn="l"/>
                <a:tab pos="1446193" algn="l"/>
                <a:tab pos="2170848" algn="l"/>
                <a:tab pos="2893945" algn="l"/>
              </a:tabLst>
              <a:defRPr sz="1200">
                <a:solidFill>
                  <a:srgbClr val="000000"/>
                </a:solidFill>
                <a:latin typeface="Times New Roman" pitchFamily="16" charset="0"/>
              </a:defRPr>
            </a:lvl1pPr>
            <a:lvl2pPr eaLnBrk="0" hangingPunct="0">
              <a:spcBef>
                <a:spcPct val="30000"/>
              </a:spcBef>
              <a:tabLst>
                <a:tab pos="723097" algn="l"/>
                <a:tab pos="1446193" algn="l"/>
                <a:tab pos="2170848" algn="l"/>
                <a:tab pos="2893945" algn="l"/>
              </a:tabLst>
              <a:defRPr sz="1200">
                <a:solidFill>
                  <a:srgbClr val="000000"/>
                </a:solidFill>
                <a:latin typeface="Times New Roman" pitchFamily="16" charset="0"/>
              </a:defRPr>
            </a:lvl2pPr>
            <a:lvl3pPr eaLnBrk="0" hangingPunct="0">
              <a:spcBef>
                <a:spcPct val="30000"/>
              </a:spcBef>
              <a:tabLst>
                <a:tab pos="723097" algn="l"/>
                <a:tab pos="1446193" algn="l"/>
                <a:tab pos="2170848" algn="l"/>
                <a:tab pos="2893945" algn="l"/>
              </a:tabLst>
              <a:defRPr sz="1200">
                <a:solidFill>
                  <a:srgbClr val="000000"/>
                </a:solidFill>
                <a:latin typeface="Times New Roman" pitchFamily="16" charset="0"/>
              </a:defRPr>
            </a:lvl3pPr>
            <a:lvl4pPr eaLnBrk="0" hangingPunct="0">
              <a:spcBef>
                <a:spcPct val="30000"/>
              </a:spcBef>
              <a:tabLst>
                <a:tab pos="723097" algn="l"/>
                <a:tab pos="1446193" algn="l"/>
                <a:tab pos="2170848" algn="l"/>
                <a:tab pos="2893945" algn="l"/>
              </a:tabLst>
              <a:defRPr sz="1200">
                <a:solidFill>
                  <a:srgbClr val="000000"/>
                </a:solidFill>
                <a:latin typeface="Times New Roman" pitchFamily="16" charset="0"/>
              </a:defRPr>
            </a:lvl4pPr>
            <a:lvl5pPr eaLnBrk="0" hangingPunct="0">
              <a:spcBef>
                <a:spcPct val="30000"/>
              </a:spcBef>
              <a:tabLst>
                <a:tab pos="723097" algn="l"/>
                <a:tab pos="1446193" algn="l"/>
                <a:tab pos="2170848" algn="l"/>
                <a:tab pos="2893945" algn="l"/>
              </a:tabLst>
              <a:defRPr sz="1200">
                <a:solidFill>
                  <a:srgbClr val="000000"/>
                </a:solidFill>
                <a:latin typeface="Times New Roman" pitchFamily="16" charset="0"/>
              </a:defRPr>
            </a:lvl5pPr>
            <a:lvl6pPr marL="2468501" indent="-224409" defTabSz="441027" eaLnBrk="0" fontAlgn="base" hangingPunct="0">
              <a:spcBef>
                <a:spcPct val="30000"/>
              </a:spcBef>
              <a:spcAft>
                <a:spcPct val="0"/>
              </a:spcAft>
              <a:buClr>
                <a:srgbClr val="000000"/>
              </a:buClr>
              <a:buSzPct val="100000"/>
              <a:buFont typeface="Times New Roman" pitchFamily="16" charset="0"/>
              <a:tabLst>
                <a:tab pos="723097" algn="l"/>
                <a:tab pos="1446193" algn="l"/>
                <a:tab pos="2170848" algn="l"/>
                <a:tab pos="2893945" algn="l"/>
              </a:tabLst>
              <a:defRPr sz="1200">
                <a:solidFill>
                  <a:srgbClr val="000000"/>
                </a:solidFill>
                <a:latin typeface="Times New Roman" pitchFamily="16" charset="0"/>
              </a:defRPr>
            </a:lvl6pPr>
            <a:lvl7pPr marL="2917320" indent="-224409" defTabSz="441027" eaLnBrk="0" fontAlgn="base" hangingPunct="0">
              <a:spcBef>
                <a:spcPct val="30000"/>
              </a:spcBef>
              <a:spcAft>
                <a:spcPct val="0"/>
              </a:spcAft>
              <a:buClr>
                <a:srgbClr val="000000"/>
              </a:buClr>
              <a:buSzPct val="100000"/>
              <a:buFont typeface="Times New Roman" pitchFamily="16" charset="0"/>
              <a:tabLst>
                <a:tab pos="723097" algn="l"/>
                <a:tab pos="1446193" algn="l"/>
                <a:tab pos="2170848" algn="l"/>
                <a:tab pos="2893945" algn="l"/>
              </a:tabLst>
              <a:defRPr sz="1200">
                <a:solidFill>
                  <a:srgbClr val="000000"/>
                </a:solidFill>
                <a:latin typeface="Times New Roman" pitchFamily="16" charset="0"/>
              </a:defRPr>
            </a:lvl7pPr>
            <a:lvl8pPr marL="3366138" indent="-224409" defTabSz="441027" eaLnBrk="0" fontAlgn="base" hangingPunct="0">
              <a:spcBef>
                <a:spcPct val="30000"/>
              </a:spcBef>
              <a:spcAft>
                <a:spcPct val="0"/>
              </a:spcAft>
              <a:buClr>
                <a:srgbClr val="000000"/>
              </a:buClr>
              <a:buSzPct val="100000"/>
              <a:buFont typeface="Times New Roman" pitchFamily="16" charset="0"/>
              <a:tabLst>
                <a:tab pos="723097" algn="l"/>
                <a:tab pos="1446193" algn="l"/>
                <a:tab pos="2170848" algn="l"/>
                <a:tab pos="2893945" algn="l"/>
              </a:tabLst>
              <a:defRPr sz="1200">
                <a:solidFill>
                  <a:srgbClr val="000000"/>
                </a:solidFill>
                <a:latin typeface="Times New Roman" pitchFamily="16" charset="0"/>
              </a:defRPr>
            </a:lvl8pPr>
            <a:lvl9pPr marL="3814957" indent="-224409" defTabSz="441027" eaLnBrk="0" fontAlgn="base" hangingPunct="0">
              <a:spcBef>
                <a:spcPct val="30000"/>
              </a:spcBef>
              <a:spcAft>
                <a:spcPct val="0"/>
              </a:spcAft>
              <a:buClr>
                <a:srgbClr val="000000"/>
              </a:buClr>
              <a:buSzPct val="100000"/>
              <a:buFont typeface="Times New Roman" pitchFamily="16" charset="0"/>
              <a:tabLst>
                <a:tab pos="723097" algn="l"/>
                <a:tab pos="1446193" algn="l"/>
                <a:tab pos="2170848" algn="l"/>
                <a:tab pos="2893945" algn="l"/>
              </a:tabLst>
              <a:defRPr sz="1200">
                <a:solidFill>
                  <a:srgbClr val="000000"/>
                </a:solidFill>
                <a:latin typeface="Times New Roman" pitchFamily="16" charset="0"/>
              </a:defRPr>
            </a:lvl9pPr>
          </a:lstStyle>
          <a:p>
            <a:pPr eaLnBrk="1" hangingPunct="1">
              <a:spcBef>
                <a:spcPct val="0"/>
              </a:spcBef>
            </a:pPr>
            <a:fld id="{D833CD37-A5C2-40CB-B5C2-759074D3FAD7}" type="slidenum">
              <a:rPr lang="en-US" altLang="ja-JP" smtClean="0">
                <a:latin typeface="Calibri" pitchFamily="34" charset="0"/>
              </a:rPr>
              <a:pPr eaLnBrk="1" hangingPunct="1">
                <a:spcBef>
                  <a:spcPct val="0"/>
                </a:spcBef>
              </a:pPr>
              <a:t>1</a:t>
            </a:fld>
            <a:endParaRPr lang="en-US" altLang="ja-JP" smtClean="0">
              <a:latin typeface="Calibri" pitchFamily="34" charset="0"/>
            </a:endParaRPr>
          </a:p>
        </p:txBody>
      </p:sp>
      <p:sp>
        <p:nvSpPr>
          <p:cNvPr id="17411" name="Rectangle 1"/>
          <p:cNvSpPr>
            <a:spLocks noGrp="1" noRot="1" noChangeAspect="1" noChangeArrowheads="1" noTextEdit="1"/>
          </p:cNvSpPr>
          <p:nvPr>
            <p:ph type="sldImg"/>
          </p:nvPr>
        </p:nvSpPr>
        <p:spPr>
          <a:xfrm>
            <a:off x="901700" y="739775"/>
            <a:ext cx="4932363" cy="3700463"/>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2" name="Rectangle 2"/>
          <p:cNvSpPr>
            <a:spLocks noGrp="1" noChangeArrowheads="1"/>
          </p:cNvSpPr>
          <p:nvPr>
            <p:ph type="body" idx="1"/>
          </p:nvPr>
        </p:nvSpPr>
        <p:spPr>
          <a:xfrm>
            <a:off x="673733" y="4686186"/>
            <a:ext cx="5388300" cy="4439216"/>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ja-JP" smtClean="0"/>
          </a:p>
        </p:txBody>
      </p:sp>
    </p:spTree>
    <p:extLst>
      <p:ext uri="{BB962C8B-B14F-4D97-AF65-F5344CB8AC3E}">
        <p14:creationId xmlns:p14="http://schemas.microsoft.com/office/powerpoint/2010/main" val="3126372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マスター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smtClean="0"/>
              <a:t>マスター サブタイトルの書式設定</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3F184EE0-5BF9-42F7-91C0-DEA01FF9145A}" type="slidenum">
              <a:rPr lang="en-US"/>
              <a:pPr>
                <a:defRPr/>
              </a:pPr>
              <a:t>‹#›</a:t>
            </a:fld>
            <a:endParaRPr lang="en-US"/>
          </a:p>
        </p:txBody>
      </p:sp>
    </p:spTree>
    <p:extLst>
      <p:ext uri="{BB962C8B-B14F-4D97-AF65-F5344CB8AC3E}">
        <p14:creationId xmlns:p14="http://schemas.microsoft.com/office/powerpoint/2010/main" val="3889501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F265499D-4B11-4FD4-A1CA-412FAEE906C2}" type="slidenum">
              <a:rPr lang="en-US"/>
              <a:pPr>
                <a:defRPr/>
              </a:pPr>
              <a:t>‹#›</a:t>
            </a:fld>
            <a:endParaRPr lang="en-US"/>
          </a:p>
        </p:txBody>
      </p:sp>
    </p:spTree>
    <p:extLst>
      <p:ext uri="{BB962C8B-B14F-4D97-AF65-F5344CB8AC3E}">
        <p14:creationId xmlns:p14="http://schemas.microsoft.com/office/powerpoint/2010/main" val="2536520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マスター テキストの書式設定</a:t>
            </a:r>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15A7A415-C868-4F6F-AF26-BEFB5A838FB0}" type="slidenum">
              <a:rPr lang="en-US"/>
              <a:pPr>
                <a:defRPr/>
              </a:pPr>
              <a:t>‹#›</a:t>
            </a:fld>
            <a:endParaRPr lang="en-US"/>
          </a:p>
        </p:txBody>
      </p:sp>
    </p:spTree>
    <p:extLst>
      <p:ext uri="{BB962C8B-B14F-4D97-AF65-F5344CB8AC3E}">
        <p14:creationId xmlns:p14="http://schemas.microsoft.com/office/powerpoint/2010/main" val="3785078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457200" y="1752600"/>
            <a:ext cx="3732213"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4341813" y="1752600"/>
            <a:ext cx="3733800"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032DD8BE-155B-40DD-8270-919E76111CF8}" type="slidenum">
              <a:rPr lang="en-US"/>
              <a:pPr>
                <a:defRPr/>
              </a:pPr>
              <a:t>‹#›</a:t>
            </a:fld>
            <a:endParaRPr lang="en-US"/>
          </a:p>
        </p:txBody>
      </p:sp>
    </p:spTree>
    <p:extLst>
      <p:ext uri="{BB962C8B-B14F-4D97-AF65-F5344CB8AC3E}">
        <p14:creationId xmlns:p14="http://schemas.microsoft.com/office/powerpoint/2010/main" val="1071412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Rectangle 7"/>
          <p:cNvSpPr>
            <a:spLocks noGrp="1" noChangeArrowheads="1"/>
          </p:cNvSpPr>
          <p:nvPr>
            <p:ph type="dt" idx="10"/>
          </p:nvPr>
        </p:nvSpPr>
        <p:spPr>
          <a:ln/>
        </p:spPr>
        <p:txBody>
          <a:bodyPr/>
          <a:lstStyle>
            <a:lvl1pPr>
              <a:defRPr/>
            </a:lvl1pPr>
          </a:lstStyle>
          <a:p>
            <a:pPr>
              <a:defRPr/>
            </a:pPr>
            <a:endParaRPr lang="en-US"/>
          </a:p>
        </p:txBody>
      </p:sp>
      <p:sp>
        <p:nvSpPr>
          <p:cNvPr id="8" name="Rectangle 9"/>
          <p:cNvSpPr>
            <a:spLocks noGrp="1" noChangeArrowheads="1"/>
          </p:cNvSpPr>
          <p:nvPr>
            <p:ph type="sldNum" idx="11"/>
          </p:nvPr>
        </p:nvSpPr>
        <p:spPr>
          <a:ln/>
        </p:spPr>
        <p:txBody>
          <a:bodyPr/>
          <a:lstStyle>
            <a:lvl1pPr>
              <a:defRPr/>
            </a:lvl1pPr>
          </a:lstStyle>
          <a:p>
            <a:pPr>
              <a:defRPr/>
            </a:pPr>
            <a:fld id="{A33FE243-010D-441E-B1ED-8CE945144B37}" type="slidenum">
              <a:rPr lang="en-US"/>
              <a:pPr>
                <a:defRPr/>
              </a:pPr>
              <a:t>‹#›</a:t>
            </a:fld>
            <a:endParaRPr lang="en-US"/>
          </a:p>
        </p:txBody>
      </p:sp>
    </p:spTree>
    <p:extLst>
      <p:ext uri="{BB962C8B-B14F-4D97-AF65-F5344CB8AC3E}">
        <p14:creationId xmlns:p14="http://schemas.microsoft.com/office/powerpoint/2010/main" val="2161166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Rectangle 7"/>
          <p:cNvSpPr>
            <a:spLocks noGrp="1" noChangeArrowheads="1"/>
          </p:cNvSpPr>
          <p:nvPr>
            <p:ph type="dt" idx="10"/>
          </p:nvPr>
        </p:nvSpPr>
        <p:spPr>
          <a:ln/>
        </p:spPr>
        <p:txBody>
          <a:bodyPr/>
          <a:lstStyle>
            <a:lvl1pPr>
              <a:defRPr/>
            </a:lvl1pPr>
          </a:lstStyle>
          <a:p>
            <a:pPr>
              <a:defRPr/>
            </a:pPr>
            <a:endParaRPr lang="en-US"/>
          </a:p>
        </p:txBody>
      </p:sp>
      <p:sp>
        <p:nvSpPr>
          <p:cNvPr id="4" name="Rectangle 9"/>
          <p:cNvSpPr>
            <a:spLocks noGrp="1" noChangeArrowheads="1"/>
          </p:cNvSpPr>
          <p:nvPr>
            <p:ph type="sldNum" idx="11"/>
          </p:nvPr>
        </p:nvSpPr>
        <p:spPr>
          <a:ln/>
        </p:spPr>
        <p:txBody>
          <a:bodyPr/>
          <a:lstStyle>
            <a:lvl1pPr>
              <a:defRPr/>
            </a:lvl1pPr>
          </a:lstStyle>
          <a:p>
            <a:pPr>
              <a:defRPr/>
            </a:pPr>
            <a:fld id="{18798AF7-4541-44CC-A1CB-8A9ED66A024F}" type="slidenum">
              <a:rPr lang="en-US"/>
              <a:pPr>
                <a:defRPr/>
              </a:pPr>
              <a:t>‹#›</a:t>
            </a:fld>
            <a:endParaRPr lang="en-US"/>
          </a:p>
        </p:txBody>
      </p:sp>
    </p:spTree>
    <p:extLst>
      <p:ext uri="{BB962C8B-B14F-4D97-AF65-F5344CB8AC3E}">
        <p14:creationId xmlns:p14="http://schemas.microsoft.com/office/powerpoint/2010/main" val="2255842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7"/>
          <p:cNvSpPr>
            <a:spLocks noGrp="1" noChangeArrowheads="1"/>
          </p:cNvSpPr>
          <p:nvPr>
            <p:ph type="dt" idx="10"/>
          </p:nvPr>
        </p:nvSpPr>
        <p:spPr>
          <a:ln/>
        </p:spPr>
        <p:txBody>
          <a:bodyPr/>
          <a:lstStyle>
            <a:lvl1pPr>
              <a:defRPr/>
            </a:lvl1pPr>
          </a:lstStyle>
          <a:p>
            <a:pPr>
              <a:defRPr/>
            </a:pPr>
            <a:endParaRPr lang="en-US"/>
          </a:p>
        </p:txBody>
      </p:sp>
      <p:sp>
        <p:nvSpPr>
          <p:cNvPr id="3" name="Rectangle 9"/>
          <p:cNvSpPr>
            <a:spLocks noGrp="1" noChangeArrowheads="1"/>
          </p:cNvSpPr>
          <p:nvPr>
            <p:ph type="sldNum" idx="11"/>
          </p:nvPr>
        </p:nvSpPr>
        <p:spPr>
          <a:ln/>
        </p:spPr>
        <p:txBody>
          <a:bodyPr/>
          <a:lstStyle>
            <a:lvl1pPr>
              <a:defRPr/>
            </a:lvl1pPr>
          </a:lstStyle>
          <a:p>
            <a:pPr>
              <a:defRPr/>
            </a:pPr>
            <a:fld id="{E35EF4B3-1EE3-46BC-BFEE-F7DE816F633E}" type="slidenum">
              <a:rPr lang="en-US"/>
              <a:pPr>
                <a:defRPr/>
              </a:pPr>
              <a:t>‹#›</a:t>
            </a:fld>
            <a:endParaRPr lang="en-US"/>
          </a:p>
        </p:txBody>
      </p:sp>
    </p:spTree>
    <p:extLst>
      <p:ext uri="{BB962C8B-B14F-4D97-AF65-F5344CB8AC3E}">
        <p14:creationId xmlns:p14="http://schemas.microsoft.com/office/powerpoint/2010/main" val="2513428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lstStyle>
            <a:lvl1pPr algn="l">
              <a:defRPr sz="2000" b="1"/>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65E68599-2F4B-4F49-8E53-22D505F6EE27}" type="slidenum">
              <a:rPr lang="en-US"/>
              <a:pPr>
                <a:defRPr/>
              </a:pPr>
              <a:t>‹#›</a:t>
            </a:fld>
            <a:endParaRPr lang="en-US"/>
          </a:p>
        </p:txBody>
      </p:sp>
    </p:spTree>
    <p:extLst>
      <p:ext uri="{BB962C8B-B14F-4D97-AF65-F5344CB8AC3E}">
        <p14:creationId xmlns:p14="http://schemas.microsoft.com/office/powerpoint/2010/main" val="4073167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lstStyle>
            <a:lvl1pPr algn="l">
              <a:defRPr sz="2000" b="1"/>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smtClean="0"/>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7D7452EE-F074-4641-B2BE-609B2A36A12E}" type="slidenum">
              <a:rPr lang="en-US"/>
              <a:pPr>
                <a:defRPr/>
              </a:pPr>
              <a:t>‹#›</a:t>
            </a:fld>
            <a:endParaRPr lang="en-US"/>
          </a:p>
        </p:txBody>
      </p:sp>
    </p:spTree>
    <p:extLst>
      <p:ext uri="{BB962C8B-B14F-4D97-AF65-F5344CB8AC3E}">
        <p14:creationId xmlns:p14="http://schemas.microsoft.com/office/powerpoint/2010/main" val="1422288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C671E82A-3B9B-41AE-9540-FCCEC8975FF0}" type="slidenum">
              <a:rPr lang="en-US"/>
              <a:pPr>
                <a:defRPr/>
              </a:pPr>
              <a:t>‹#›</a:t>
            </a:fld>
            <a:endParaRPr lang="en-US"/>
          </a:p>
        </p:txBody>
      </p:sp>
    </p:spTree>
    <p:extLst>
      <p:ext uri="{BB962C8B-B14F-4D97-AF65-F5344CB8AC3E}">
        <p14:creationId xmlns:p14="http://schemas.microsoft.com/office/powerpoint/2010/main" val="3130682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172200" y="152400"/>
            <a:ext cx="1903413" cy="5972175"/>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457200" y="152400"/>
            <a:ext cx="5562600" cy="5972175"/>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1B577567-8AF9-4DA6-A9B9-D94A79EA135E}" type="slidenum">
              <a:rPr lang="en-US"/>
              <a:pPr>
                <a:defRPr/>
              </a:pPr>
              <a:t>‹#›</a:t>
            </a:fld>
            <a:endParaRPr lang="en-US"/>
          </a:p>
        </p:txBody>
      </p:sp>
    </p:spTree>
    <p:extLst>
      <p:ext uri="{BB962C8B-B14F-4D97-AF65-F5344CB8AC3E}">
        <p14:creationId xmlns:p14="http://schemas.microsoft.com/office/powerpoint/2010/main" val="3524091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マスター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smtClean="0"/>
              <a:t>マスター サブタイトルの書式設定</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CC9747BF-F464-43C8-9735-ACB2CD909AD0}" type="slidenum">
              <a:rPr lang="en-US"/>
              <a:pPr>
                <a:defRPr/>
              </a:pPr>
              <a:t>‹#›</a:t>
            </a:fld>
            <a:endParaRPr lang="en-US"/>
          </a:p>
        </p:txBody>
      </p:sp>
    </p:spTree>
    <p:extLst>
      <p:ext uri="{BB962C8B-B14F-4D97-AF65-F5344CB8AC3E}">
        <p14:creationId xmlns:p14="http://schemas.microsoft.com/office/powerpoint/2010/main" val="2250716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94FDA336-9FBC-4030-B64B-68130A281F1D}" type="slidenum">
              <a:rPr lang="en-US"/>
              <a:pPr>
                <a:defRPr/>
              </a:pPr>
              <a:t>‹#›</a:t>
            </a:fld>
            <a:endParaRPr lang="en-US"/>
          </a:p>
        </p:txBody>
      </p:sp>
    </p:spTree>
    <p:extLst>
      <p:ext uri="{BB962C8B-B14F-4D97-AF65-F5344CB8AC3E}">
        <p14:creationId xmlns:p14="http://schemas.microsoft.com/office/powerpoint/2010/main" val="3647133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マスター テキストの書式設定</a:t>
            </a:r>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148F3DF8-C885-4EBB-951D-E789082B0B67}" type="slidenum">
              <a:rPr lang="en-US"/>
              <a:pPr>
                <a:defRPr/>
              </a:pPr>
              <a:t>‹#›</a:t>
            </a:fld>
            <a:endParaRPr lang="en-US"/>
          </a:p>
        </p:txBody>
      </p:sp>
    </p:spTree>
    <p:extLst>
      <p:ext uri="{BB962C8B-B14F-4D97-AF65-F5344CB8AC3E}">
        <p14:creationId xmlns:p14="http://schemas.microsoft.com/office/powerpoint/2010/main" val="3306036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457200" y="1752600"/>
            <a:ext cx="3732213"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4341813" y="1752600"/>
            <a:ext cx="3733800"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569ECCFE-9106-4C02-B6E6-98E3449321DB}" type="slidenum">
              <a:rPr lang="en-US"/>
              <a:pPr>
                <a:defRPr/>
              </a:pPr>
              <a:t>‹#›</a:t>
            </a:fld>
            <a:endParaRPr lang="en-US"/>
          </a:p>
        </p:txBody>
      </p:sp>
    </p:spTree>
    <p:extLst>
      <p:ext uri="{BB962C8B-B14F-4D97-AF65-F5344CB8AC3E}">
        <p14:creationId xmlns:p14="http://schemas.microsoft.com/office/powerpoint/2010/main" val="4010307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Rectangle 7"/>
          <p:cNvSpPr>
            <a:spLocks noGrp="1" noChangeArrowheads="1"/>
          </p:cNvSpPr>
          <p:nvPr>
            <p:ph type="dt" idx="10"/>
          </p:nvPr>
        </p:nvSpPr>
        <p:spPr>
          <a:ln/>
        </p:spPr>
        <p:txBody>
          <a:bodyPr/>
          <a:lstStyle>
            <a:lvl1pPr>
              <a:defRPr/>
            </a:lvl1pPr>
          </a:lstStyle>
          <a:p>
            <a:pPr>
              <a:defRPr/>
            </a:pPr>
            <a:endParaRPr lang="en-US"/>
          </a:p>
        </p:txBody>
      </p:sp>
      <p:sp>
        <p:nvSpPr>
          <p:cNvPr id="8" name="Rectangle 9"/>
          <p:cNvSpPr>
            <a:spLocks noGrp="1" noChangeArrowheads="1"/>
          </p:cNvSpPr>
          <p:nvPr>
            <p:ph type="sldNum" idx="11"/>
          </p:nvPr>
        </p:nvSpPr>
        <p:spPr>
          <a:ln/>
        </p:spPr>
        <p:txBody>
          <a:bodyPr/>
          <a:lstStyle>
            <a:lvl1pPr>
              <a:defRPr/>
            </a:lvl1pPr>
          </a:lstStyle>
          <a:p>
            <a:pPr>
              <a:defRPr/>
            </a:pPr>
            <a:fld id="{3879A398-D733-4B59-9157-44039C155AC6}" type="slidenum">
              <a:rPr lang="en-US"/>
              <a:pPr>
                <a:defRPr/>
              </a:pPr>
              <a:t>‹#›</a:t>
            </a:fld>
            <a:endParaRPr lang="en-US"/>
          </a:p>
        </p:txBody>
      </p:sp>
    </p:spTree>
    <p:extLst>
      <p:ext uri="{BB962C8B-B14F-4D97-AF65-F5344CB8AC3E}">
        <p14:creationId xmlns:p14="http://schemas.microsoft.com/office/powerpoint/2010/main" val="17963080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Rectangle 7"/>
          <p:cNvSpPr>
            <a:spLocks noGrp="1" noChangeArrowheads="1"/>
          </p:cNvSpPr>
          <p:nvPr>
            <p:ph type="dt" idx="10"/>
          </p:nvPr>
        </p:nvSpPr>
        <p:spPr>
          <a:ln/>
        </p:spPr>
        <p:txBody>
          <a:bodyPr/>
          <a:lstStyle>
            <a:lvl1pPr>
              <a:defRPr/>
            </a:lvl1pPr>
          </a:lstStyle>
          <a:p>
            <a:pPr>
              <a:defRPr/>
            </a:pPr>
            <a:endParaRPr lang="en-US"/>
          </a:p>
        </p:txBody>
      </p:sp>
      <p:sp>
        <p:nvSpPr>
          <p:cNvPr id="4" name="Rectangle 9"/>
          <p:cNvSpPr>
            <a:spLocks noGrp="1" noChangeArrowheads="1"/>
          </p:cNvSpPr>
          <p:nvPr>
            <p:ph type="sldNum" idx="11"/>
          </p:nvPr>
        </p:nvSpPr>
        <p:spPr>
          <a:ln/>
        </p:spPr>
        <p:txBody>
          <a:bodyPr/>
          <a:lstStyle>
            <a:lvl1pPr>
              <a:defRPr/>
            </a:lvl1pPr>
          </a:lstStyle>
          <a:p>
            <a:pPr>
              <a:defRPr/>
            </a:pPr>
            <a:fld id="{303798B2-D7FD-4B18-A513-E9012DF828C6}" type="slidenum">
              <a:rPr lang="en-US"/>
              <a:pPr>
                <a:defRPr/>
              </a:pPr>
              <a:t>‹#›</a:t>
            </a:fld>
            <a:endParaRPr lang="en-US"/>
          </a:p>
        </p:txBody>
      </p:sp>
    </p:spTree>
    <p:extLst>
      <p:ext uri="{BB962C8B-B14F-4D97-AF65-F5344CB8AC3E}">
        <p14:creationId xmlns:p14="http://schemas.microsoft.com/office/powerpoint/2010/main" val="18466013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7"/>
          <p:cNvSpPr>
            <a:spLocks noGrp="1" noChangeArrowheads="1"/>
          </p:cNvSpPr>
          <p:nvPr>
            <p:ph type="dt" idx="10"/>
          </p:nvPr>
        </p:nvSpPr>
        <p:spPr>
          <a:ln/>
        </p:spPr>
        <p:txBody>
          <a:bodyPr/>
          <a:lstStyle>
            <a:lvl1pPr>
              <a:defRPr/>
            </a:lvl1pPr>
          </a:lstStyle>
          <a:p>
            <a:pPr>
              <a:defRPr/>
            </a:pPr>
            <a:endParaRPr lang="en-US"/>
          </a:p>
        </p:txBody>
      </p:sp>
      <p:sp>
        <p:nvSpPr>
          <p:cNvPr id="3" name="Rectangle 9"/>
          <p:cNvSpPr>
            <a:spLocks noGrp="1" noChangeArrowheads="1"/>
          </p:cNvSpPr>
          <p:nvPr>
            <p:ph type="sldNum" idx="11"/>
          </p:nvPr>
        </p:nvSpPr>
        <p:spPr>
          <a:ln/>
        </p:spPr>
        <p:txBody>
          <a:bodyPr/>
          <a:lstStyle>
            <a:lvl1pPr>
              <a:defRPr/>
            </a:lvl1pPr>
          </a:lstStyle>
          <a:p>
            <a:pPr>
              <a:defRPr/>
            </a:pPr>
            <a:fld id="{66C5B613-4204-4FA2-A6DF-426DD0153213}" type="slidenum">
              <a:rPr lang="en-US"/>
              <a:pPr>
                <a:defRPr/>
              </a:pPr>
              <a:t>‹#›</a:t>
            </a:fld>
            <a:endParaRPr lang="en-US"/>
          </a:p>
        </p:txBody>
      </p:sp>
    </p:spTree>
    <p:extLst>
      <p:ext uri="{BB962C8B-B14F-4D97-AF65-F5344CB8AC3E}">
        <p14:creationId xmlns:p14="http://schemas.microsoft.com/office/powerpoint/2010/main" val="42842759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lstStyle>
            <a:lvl1pPr algn="l">
              <a:defRPr sz="2000" b="1"/>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E1FB9C4C-3314-4B0F-B9A0-A77CCA50F695}" type="slidenum">
              <a:rPr lang="en-US"/>
              <a:pPr>
                <a:defRPr/>
              </a:pPr>
              <a:t>‹#›</a:t>
            </a:fld>
            <a:endParaRPr lang="en-US"/>
          </a:p>
        </p:txBody>
      </p:sp>
    </p:spTree>
    <p:extLst>
      <p:ext uri="{BB962C8B-B14F-4D97-AF65-F5344CB8AC3E}">
        <p14:creationId xmlns:p14="http://schemas.microsoft.com/office/powerpoint/2010/main" val="461347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lstStyle>
            <a:lvl1pPr algn="l">
              <a:defRPr sz="2000" b="1"/>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smtClean="0"/>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39B2A254-56CF-4B7B-B46F-F29482F8B684}" type="slidenum">
              <a:rPr lang="en-US"/>
              <a:pPr>
                <a:defRPr/>
              </a:pPr>
              <a:t>‹#›</a:t>
            </a:fld>
            <a:endParaRPr lang="en-US"/>
          </a:p>
        </p:txBody>
      </p:sp>
    </p:spTree>
    <p:extLst>
      <p:ext uri="{BB962C8B-B14F-4D97-AF65-F5344CB8AC3E}">
        <p14:creationId xmlns:p14="http://schemas.microsoft.com/office/powerpoint/2010/main" val="2744161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003D3117-2DF7-4F37-964D-942335BDE1ED}" type="slidenum">
              <a:rPr lang="en-US"/>
              <a:pPr>
                <a:defRPr/>
              </a:pPr>
              <a:t>‹#›</a:t>
            </a:fld>
            <a:endParaRPr lang="en-US"/>
          </a:p>
        </p:txBody>
      </p:sp>
    </p:spTree>
    <p:extLst>
      <p:ext uri="{BB962C8B-B14F-4D97-AF65-F5344CB8AC3E}">
        <p14:creationId xmlns:p14="http://schemas.microsoft.com/office/powerpoint/2010/main" val="8234816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172200" y="152400"/>
            <a:ext cx="1903413" cy="5972175"/>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457200" y="152400"/>
            <a:ext cx="5562600" cy="5972175"/>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365BF494-F976-435F-85C4-05E4FA39D829}" type="slidenum">
              <a:rPr lang="en-US"/>
              <a:pPr>
                <a:defRPr/>
              </a:pPr>
              <a:t>‹#›</a:t>
            </a:fld>
            <a:endParaRPr lang="en-US"/>
          </a:p>
        </p:txBody>
      </p:sp>
    </p:spTree>
    <p:extLst>
      <p:ext uri="{BB962C8B-B14F-4D97-AF65-F5344CB8AC3E}">
        <p14:creationId xmlns:p14="http://schemas.microsoft.com/office/powerpoint/2010/main" val="4065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p:cNvSpPr>
            <a:spLocks noChangeArrowheads="1"/>
          </p:cNvSpPr>
          <p:nvPr/>
        </p:nvSpPr>
        <p:spPr bwMode="auto">
          <a:xfrm>
            <a:off x="9001125" y="0"/>
            <a:ext cx="142875" cy="1371600"/>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1" name="Rectangle 2"/>
          <p:cNvSpPr>
            <a:spLocks noChangeArrowheads="1"/>
          </p:cNvSpPr>
          <p:nvPr/>
        </p:nvSpPr>
        <p:spPr bwMode="auto">
          <a:xfrm>
            <a:off x="9001125" y="1371600"/>
            <a:ext cx="142875" cy="5486400"/>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2" name="Rectangle 3"/>
          <p:cNvSpPr>
            <a:spLocks noChangeArrowheads="1"/>
          </p:cNvSpPr>
          <p:nvPr/>
        </p:nvSpPr>
        <p:spPr bwMode="auto">
          <a:xfrm>
            <a:off x="9001125" y="4846638"/>
            <a:ext cx="142875" cy="2011362"/>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3" name="Rectangle 4"/>
          <p:cNvSpPr>
            <a:spLocks noChangeArrowheads="1"/>
          </p:cNvSpPr>
          <p:nvPr/>
        </p:nvSpPr>
        <p:spPr bwMode="auto">
          <a:xfrm>
            <a:off x="9001125" y="0"/>
            <a:ext cx="142875" cy="4846638"/>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4" name="Rectangle 5"/>
          <p:cNvSpPr>
            <a:spLocks noGrp="1" noChangeArrowheads="1"/>
          </p:cNvSpPr>
          <p:nvPr>
            <p:ph type="title"/>
          </p:nvPr>
        </p:nvSpPr>
        <p:spPr bwMode="auto">
          <a:xfrm>
            <a:off x="457200" y="152400"/>
            <a:ext cx="5789613"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p>
            <a:pPr lvl="0"/>
            <a:r>
              <a:rPr lang="en-GB" altLang="ja-JP" smtClean="0"/>
              <a:t>Click to edit the title text format</a:t>
            </a:r>
          </a:p>
        </p:txBody>
      </p:sp>
      <p:sp>
        <p:nvSpPr>
          <p:cNvPr id="2055" name="Rectangle 6"/>
          <p:cNvSpPr>
            <a:spLocks noGrp="1" noChangeArrowheads="1"/>
          </p:cNvSpPr>
          <p:nvPr>
            <p:ph type="body" idx="1"/>
          </p:nvPr>
        </p:nvSpPr>
        <p:spPr bwMode="auto">
          <a:xfrm>
            <a:off x="457200" y="1752600"/>
            <a:ext cx="7618413" cy="437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ja-JP" smtClean="0"/>
              <a:t>Click to edit the outline text format</a:t>
            </a:r>
          </a:p>
          <a:p>
            <a:pPr lvl="1"/>
            <a:r>
              <a:rPr lang="en-GB" altLang="ja-JP" smtClean="0"/>
              <a:t>Second Outline Level</a:t>
            </a:r>
          </a:p>
          <a:p>
            <a:pPr lvl="2"/>
            <a:r>
              <a:rPr lang="en-GB" altLang="ja-JP" smtClean="0"/>
              <a:t>Third Outline Level</a:t>
            </a:r>
          </a:p>
          <a:p>
            <a:pPr lvl="3"/>
            <a:r>
              <a:rPr lang="en-GB" altLang="ja-JP" smtClean="0"/>
              <a:t>Fourth Outline Level</a:t>
            </a:r>
          </a:p>
          <a:p>
            <a:pPr lvl="4"/>
            <a:r>
              <a:rPr lang="en-GB" altLang="ja-JP" smtClean="0"/>
              <a:t>Fifth Outline Level</a:t>
            </a:r>
          </a:p>
          <a:p>
            <a:pPr lvl="4"/>
            <a:r>
              <a:rPr lang="en-GB" altLang="ja-JP" smtClean="0"/>
              <a:t>Sixth Outline Level</a:t>
            </a:r>
          </a:p>
          <a:p>
            <a:pPr lvl="4"/>
            <a:r>
              <a:rPr lang="en-GB" altLang="ja-JP" smtClean="0"/>
              <a:t>Seventh Outline Level</a:t>
            </a:r>
          </a:p>
          <a:p>
            <a:pPr lvl="4"/>
            <a:r>
              <a:rPr lang="en-GB" altLang="ja-JP" smtClean="0"/>
              <a:t>Eighth Outline Level</a:t>
            </a:r>
          </a:p>
          <a:p>
            <a:pPr lvl="4"/>
            <a:r>
              <a:rPr lang="en-GB" altLang="ja-JP" smtClean="0"/>
              <a:t>Ninth Outline Level</a:t>
            </a:r>
          </a:p>
        </p:txBody>
      </p:sp>
      <p:sp>
        <p:nvSpPr>
          <p:cNvPr id="2" name="Rectangle 7"/>
          <p:cNvSpPr>
            <a:spLocks noGrp="1" noChangeArrowheads="1"/>
          </p:cNvSpPr>
          <p:nvPr>
            <p:ph type="dt"/>
          </p:nvPr>
        </p:nvSpPr>
        <p:spPr bwMode="auto">
          <a:xfrm>
            <a:off x="457200" y="6172200"/>
            <a:ext cx="3427413"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 pos="1447800" algn="l"/>
                <a:tab pos="2171700" algn="l"/>
                <a:tab pos="2895600" algn="l"/>
              </a:tabLst>
              <a:defRPr sz="1000">
                <a:solidFill>
                  <a:srgbClr val="000000"/>
                </a:solidFill>
                <a:latin typeface="Times New Roman" pitchFamily="16" charset="0"/>
                <a:ea typeface="ＭＳ Ｐ明朝" charset="-128"/>
              </a:defRPr>
            </a:lvl1pPr>
          </a:lstStyle>
          <a:p>
            <a:pPr>
              <a:defRPr/>
            </a:pPr>
            <a:endParaRPr lang="en-US"/>
          </a:p>
        </p:txBody>
      </p:sp>
      <p:sp>
        <p:nvSpPr>
          <p:cNvPr id="2057" name="Text Box 8"/>
          <p:cNvSpPr txBox="1">
            <a:spLocks noChangeArrowheads="1"/>
          </p:cNvSpPr>
          <p:nvPr/>
        </p:nvSpPr>
        <p:spPr bwMode="auto">
          <a:xfrm>
            <a:off x="457200" y="6492875"/>
            <a:ext cx="3429000"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 name="Rectangle 9"/>
          <p:cNvSpPr>
            <a:spLocks noGrp="1" noChangeArrowheads="1"/>
          </p:cNvSpPr>
          <p:nvPr>
            <p:ph type="sldNum"/>
          </p:nvPr>
        </p:nvSpPr>
        <p:spPr bwMode="auto">
          <a:xfrm>
            <a:off x="8655050" y="6726238"/>
            <a:ext cx="131445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Lst>
              <a:defRPr sz="2400" b="1">
                <a:solidFill>
                  <a:srgbClr val="000000"/>
                </a:solidFill>
                <a:latin typeface="Times New Roman" pitchFamily="16" charset="0"/>
                <a:ea typeface="ＭＳ Ｐ明朝" charset="-128"/>
              </a:defRPr>
            </a:lvl1pPr>
          </a:lstStyle>
          <a:p>
            <a:pPr>
              <a:defRPr/>
            </a:pPr>
            <a:fld id="{F05F1092-DBCF-42E0-B00A-11C5A31D19D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2pPr>
      <a:lvl3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3pPr>
      <a:lvl4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4pPr>
      <a:lvl5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5pPr>
      <a:lvl6pPr marL="25146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6pPr>
      <a:lvl7pPr marL="29718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7pPr>
      <a:lvl8pPr marL="34290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8pPr>
      <a:lvl9pPr marL="38862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9pPr>
    </p:titleStyle>
    <p:bodyStyle>
      <a:lvl1pPr marL="342900" indent="-342900" algn="l" defTabSz="449263" rtl="0" eaLnBrk="0" fontAlgn="base" hangingPunct="0">
        <a:spcBef>
          <a:spcPts val="500"/>
        </a:spcBef>
        <a:spcAft>
          <a:spcPts val="600"/>
        </a:spcAft>
        <a:buClr>
          <a:srgbClr val="000000"/>
        </a:buClr>
        <a:buSzPct val="100000"/>
        <a:buFont typeface="Times New Roman" pitchFamily="16" charset="0"/>
        <a:defRPr sz="2000" b="1">
          <a:solidFill>
            <a:srgbClr val="000000"/>
          </a:solidFill>
          <a:latin typeface="+mn-lt"/>
          <a:ea typeface="+mn-ea"/>
          <a:cs typeface="+mn-cs"/>
        </a:defRPr>
      </a:lvl1pPr>
      <a:lvl2pPr marL="742950" indent="-28575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2pPr>
      <a:lvl3pPr marL="1143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3pPr>
      <a:lvl4pPr marL="1600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4pPr>
      <a:lvl5pPr marL="20574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5pPr>
      <a:lvl6pPr marL="25146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6pPr>
      <a:lvl7pPr marL="29718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7pPr>
      <a:lvl8pPr marL="3429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8pPr>
      <a:lvl9pPr marL="3886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Rectangle 1"/>
          <p:cNvSpPr>
            <a:spLocks noChangeArrowheads="1"/>
          </p:cNvSpPr>
          <p:nvPr/>
        </p:nvSpPr>
        <p:spPr bwMode="auto">
          <a:xfrm>
            <a:off x="9001125" y="0"/>
            <a:ext cx="142875" cy="1371600"/>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5" name="Rectangle 2"/>
          <p:cNvSpPr>
            <a:spLocks noChangeArrowheads="1"/>
          </p:cNvSpPr>
          <p:nvPr/>
        </p:nvSpPr>
        <p:spPr bwMode="auto">
          <a:xfrm>
            <a:off x="9001125" y="1371600"/>
            <a:ext cx="142875" cy="5486400"/>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6" name="Rectangle 3"/>
          <p:cNvSpPr>
            <a:spLocks noChangeArrowheads="1"/>
          </p:cNvSpPr>
          <p:nvPr/>
        </p:nvSpPr>
        <p:spPr bwMode="auto">
          <a:xfrm>
            <a:off x="9001125" y="4846638"/>
            <a:ext cx="142875" cy="2011362"/>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7" name="Rectangle 4"/>
          <p:cNvSpPr>
            <a:spLocks noChangeArrowheads="1"/>
          </p:cNvSpPr>
          <p:nvPr/>
        </p:nvSpPr>
        <p:spPr bwMode="auto">
          <a:xfrm>
            <a:off x="9001125" y="0"/>
            <a:ext cx="142875" cy="4846638"/>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8" name="Rectangle 5"/>
          <p:cNvSpPr>
            <a:spLocks noGrp="1" noChangeArrowheads="1"/>
          </p:cNvSpPr>
          <p:nvPr>
            <p:ph type="title"/>
          </p:nvPr>
        </p:nvSpPr>
        <p:spPr bwMode="auto">
          <a:xfrm>
            <a:off x="457200" y="152400"/>
            <a:ext cx="5789613"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p>
            <a:pPr lvl="0"/>
            <a:r>
              <a:rPr lang="en-GB" altLang="ja-JP" smtClean="0"/>
              <a:t>Click to edit the title text format</a:t>
            </a:r>
          </a:p>
        </p:txBody>
      </p:sp>
      <p:sp>
        <p:nvSpPr>
          <p:cNvPr id="3079" name="Rectangle 6"/>
          <p:cNvSpPr>
            <a:spLocks noGrp="1" noChangeArrowheads="1"/>
          </p:cNvSpPr>
          <p:nvPr>
            <p:ph type="body" idx="1"/>
          </p:nvPr>
        </p:nvSpPr>
        <p:spPr bwMode="auto">
          <a:xfrm>
            <a:off x="457200" y="1752600"/>
            <a:ext cx="7618413" cy="437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ja-JP" smtClean="0"/>
              <a:t>Click to edit the outline text format</a:t>
            </a:r>
          </a:p>
          <a:p>
            <a:pPr lvl="1"/>
            <a:r>
              <a:rPr lang="en-GB" altLang="ja-JP" smtClean="0"/>
              <a:t>Second Outline Level</a:t>
            </a:r>
          </a:p>
          <a:p>
            <a:pPr lvl="2"/>
            <a:r>
              <a:rPr lang="en-GB" altLang="ja-JP" smtClean="0"/>
              <a:t>Third Outline Level</a:t>
            </a:r>
          </a:p>
          <a:p>
            <a:pPr lvl="3"/>
            <a:r>
              <a:rPr lang="en-GB" altLang="ja-JP" smtClean="0"/>
              <a:t>Fourth Outline Level</a:t>
            </a:r>
          </a:p>
          <a:p>
            <a:pPr lvl="4"/>
            <a:r>
              <a:rPr lang="en-GB" altLang="ja-JP" smtClean="0"/>
              <a:t>Fifth Outline Level</a:t>
            </a:r>
          </a:p>
          <a:p>
            <a:pPr lvl="4"/>
            <a:r>
              <a:rPr lang="en-GB" altLang="ja-JP" smtClean="0"/>
              <a:t>Sixth Outline Level</a:t>
            </a:r>
          </a:p>
          <a:p>
            <a:pPr lvl="4"/>
            <a:r>
              <a:rPr lang="en-GB" altLang="ja-JP" smtClean="0"/>
              <a:t>Seventh Outline Level</a:t>
            </a:r>
          </a:p>
          <a:p>
            <a:pPr lvl="4"/>
            <a:r>
              <a:rPr lang="en-GB" altLang="ja-JP" smtClean="0"/>
              <a:t>Eighth Outline Level</a:t>
            </a:r>
          </a:p>
          <a:p>
            <a:pPr lvl="4"/>
            <a:r>
              <a:rPr lang="en-GB" altLang="ja-JP" smtClean="0"/>
              <a:t>Ninth Outline Level</a:t>
            </a:r>
          </a:p>
        </p:txBody>
      </p:sp>
      <p:sp>
        <p:nvSpPr>
          <p:cNvPr id="2" name="Rectangle 7"/>
          <p:cNvSpPr>
            <a:spLocks noGrp="1" noChangeArrowheads="1"/>
          </p:cNvSpPr>
          <p:nvPr>
            <p:ph type="dt"/>
          </p:nvPr>
        </p:nvSpPr>
        <p:spPr bwMode="auto">
          <a:xfrm>
            <a:off x="457200" y="6172200"/>
            <a:ext cx="3427413"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 pos="1447800" algn="l"/>
                <a:tab pos="2171700" algn="l"/>
                <a:tab pos="2895600" algn="l"/>
              </a:tabLst>
              <a:defRPr sz="1000">
                <a:solidFill>
                  <a:srgbClr val="000000"/>
                </a:solidFill>
                <a:latin typeface="Times New Roman" pitchFamily="16" charset="0"/>
                <a:ea typeface="ＭＳ Ｐ明朝" charset="-128"/>
              </a:defRPr>
            </a:lvl1pPr>
          </a:lstStyle>
          <a:p>
            <a:pPr>
              <a:defRPr/>
            </a:pPr>
            <a:endParaRPr lang="en-US"/>
          </a:p>
        </p:txBody>
      </p:sp>
      <p:sp>
        <p:nvSpPr>
          <p:cNvPr id="3081" name="Text Box 8"/>
          <p:cNvSpPr txBox="1">
            <a:spLocks noChangeArrowheads="1"/>
          </p:cNvSpPr>
          <p:nvPr/>
        </p:nvSpPr>
        <p:spPr bwMode="auto">
          <a:xfrm>
            <a:off x="457200" y="6492875"/>
            <a:ext cx="3429000"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 name="Rectangle 9"/>
          <p:cNvSpPr>
            <a:spLocks noGrp="1" noChangeArrowheads="1"/>
          </p:cNvSpPr>
          <p:nvPr>
            <p:ph type="sldNum"/>
          </p:nvPr>
        </p:nvSpPr>
        <p:spPr bwMode="auto">
          <a:xfrm>
            <a:off x="8655050" y="6726238"/>
            <a:ext cx="131445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Lst>
              <a:defRPr sz="2400" b="1">
                <a:solidFill>
                  <a:srgbClr val="000000"/>
                </a:solidFill>
                <a:latin typeface="Times New Roman" pitchFamily="16" charset="0"/>
                <a:ea typeface="ＭＳ Ｐ明朝" charset="-128"/>
              </a:defRPr>
            </a:lvl1pPr>
          </a:lstStyle>
          <a:p>
            <a:pPr>
              <a:defRPr/>
            </a:pPr>
            <a:fld id="{C70881AF-5E91-4853-8375-7FC7BF4E016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2pPr>
      <a:lvl3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3pPr>
      <a:lvl4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4pPr>
      <a:lvl5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5pPr>
      <a:lvl6pPr marL="25146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6pPr>
      <a:lvl7pPr marL="29718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7pPr>
      <a:lvl8pPr marL="34290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8pPr>
      <a:lvl9pPr marL="38862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9pPr>
    </p:titleStyle>
    <p:bodyStyle>
      <a:lvl1pPr marL="342900" indent="-342900" algn="l" defTabSz="449263" rtl="0" eaLnBrk="0" fontAlgn="base" hangingPunct="0">
        <a:spcBef>
          <a:spcPts val="500"/>
        </a:spcBef>
        <a:spcAft>
          <a:spcPts val="600"/>
        </a:spcAft>
        <a:buClr>
          <a:srgbClr val="000000"/>
        </a:buClr>
        <a:buSzPct val="100000"/>
        <a:buFont typeface="Times New Roman" pitchFamily="16" charset="0"/>
        <a:defRPr sz="2000" b="1">
          <a:solidFill>
            <a:srgbClr val="000000"/>
          </a:solidFill>
          <a:latin typeface="+mn-lt"/>
          <a:ea typeface="+mn-ea"/>
          <a:cs typeface="+mn-cs"/>
        </a:defRPr>
      </a:lvl1pPr>
      <a:lvl2pPr marL="742950" indent="-28575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2pPr>
      <a:lvl3pPr marL="1143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3pPr>
      <a:lvl4pPr marL="1600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4pPr>
      <a:lvl5pPr marL="20574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5pPr>
      <a:lvl6pPr marL="25146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6pPr>
      <a:lvl7pPr marL="29718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7pPr>
      <a:lvl8pPr marL="3429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8pPr>
      <a:lvl9pPr marL="3886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hyperlink" Target="http://ja.wikipedia.org/wiki/%E5%B9%B3%E5%AE%89%E6%99%82%E4%BB%A3"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gif"/></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1"/>
          <p:cNvSpPr txBox="1">
            <a:spLocks noChangeArrowheads="1"/>
          </p:cNvSpPr>
          <p:nvPr/>
        </p:nvSpPr>
        <p:spPr bwMode="auto">
          <a:xfrm>
            <a:off x="457200" y="476250"/>
            <a:ext cx="8218488" cy="496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algn="ctr" eaLnBrk="1" hangingPunct="1">
              <a:spcBef>
                <a:spcPct val="0"/>
              </a:spcBef>
              <a:spcAft>
                <a:spcPct val="0"/>
              </a:spcAft>
              <a:buClrTx/>
              <a:buFontTx/>
              <a:buNone/>
            </a:pPr>
            <a:r>
              <a:rPr lang="en-US" altLang="ja-JP" sz="5400" b="0" dirty="0">
                <a:latin typeface="Arial Black" pitchFamily="32" charset="0"/>
              </a:rPr>
              <a:t/>
            </a:r>
            <a:br>
              <a:rPr lang="en-US" altLang="ja-JP" sz="5400" b="0" dirty="0">
                <a:latin typeface="Arial Black" pitchFamily="32" charset="0"/>
              </a:rPr>
            </a:br>
            <a:r>
              <a:rPr lang="ja-JP" altLang="en-US" sz="3200" b="0" dirty="0" smtClean="0">
                <a:latin typeface="HG丸ｺﾞｼｯｸM-PRO" pitchFamily="48" charset="-128"/>
                <a:ea typeface="HG丸ｺﾞｼｯｸM-PRO" pitchFamily="48" charset="-128"/>
              </a:rPr>
              <a:t>一般社団法人○○（仮称）</a:t>
            </a:r>
            <a:endParaRPr lang="en-US" altLang="ja-JP" sz="3200" b="0" dirty="0" smtClean="0">
              <a:latin typeface="HG丸ｺﾞｼｯｸM-PRO" pitchFamily="48" charset="-128"/>
              <a:ea typeface="HG丸ｺﾞｼｯｸM-PRO" pitchFamily="48" charset="-128"/>
            </a:endParaRPr>
          </a:p>
          <a:p>
            <a:pPr algn="ctr" eaLnBrk="1" hangingPunct="1">
              <a:spcBef>
                <a:spcPct val="0"/>
              </a:spcBef>
              <a:spcAft>
                <a:spcPct val="0"/>
              </a:spcAft>
              <a:buClrTx/>
              <a:buFontTx/>
              <a:buNone/>
            </a:pPr>
            <a:r>
              <a:rPr lang="ja-JP" altLang="en-US" sz="3200" b="0" dirty="0" smtClean="0">
                <a:latin typeface="HG丸ｺﾞｼｯｸM-PRO" pitchFamily="48" charset="-128"/>
                <a:ea typeface="HG丸ｺﾞｼｯｸM-PRO" pitchFamily="48" charset="-128"/>
              </a:rPr>
              <a:t>型</a:t>
            </a:r>
            <a:r>
              <a:rPr lang="ja-JP" altLang="en-US" sz="3200" b="0" dirty="0">
                <a:latin typeface="HG丸ｺﾞｼｯｸM-PRO" pitchFamily="48" charset="-128"/>
                <a:ea typeface="HG丸ｺﾞｼｯｸM-PRO" pitchFamily="48" charset="-128"/>
              </a:rPr>
              <a:t>就労支援事業説明資料</a:t>
            </a:r>
            <a:endParaRPr lang="ja-JP" altLang="ja-JP" sz="5400" b="0" dirty="0">
              <a:latin typeface="HG丸ｺﾞｼｯｸM-PRO" pitchFamily="48" charset="-128"/>
              <a:ea typeface="HG丸ｺﾞｼｯｸM-PRO" pitchFamily="48" charset="-128"/>
            </a:endParaRPr>
          </a:p>
        </p:txBody>
      </p:sp>
      <p:sp>
        <p:nvSpPr>
          <p:cNvPr id="4099" name="テキスト ボックス 1"/>
          <p:cNvSpPr txBox="1">
            <a:spLocks noChangeArrowheads="1"/>
          </p:cNvSpPr>
          <p:nvPr/>
        </p:nvSpPr>
        <p:spPr bwMode="auto">
          <a:xfrm>
            <a:off x="4716463" y="5589588"/>
            <a:ext cx="4103687"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kumimoji="1" lang="ja-JP" altLang="en-US">
                <a:solidFill>
                  <a:schemeClr val="tx1"/>
                </a:solidFill>
              </a:rPr>
              <a:t>設立準備室　</a:t>
            </a:r>
            <a:endParaRPr kumimoji="1" lang="en-US" altLang="ja-JP">
              <a:solidFill>
                <a:schemeClr val="tx1"/>
              </a:solidFill>
            </a:endParaRPr>
          </a:p>
          <a:p>
            <a:pPr algn="r"/>
            <a:r>
              <a:rPr kumimoji="1" lang="ja-JP" altLang="en-US">
                <a:solidFill>
                  <a:schemeClr val="tx1"/>
                </a:solidFill>
              </a:rPr>
              <a:t>山内雄司</a:t>
            </a:r>
            <a:r>
              <a:rPr kumimoji="1" lang="en-US" altLang="ja-JP">
                <a:solidFill>
                  <a:schemeClr val="tx1"/>
                </a:solidFill>
              </a:rPr>
              <a:t/>
            </a:r>
            <a:br>
              <a:rPr kumimoji="1" lang="en-US" altLang="ja-JP">
                <a:solidFill>
                  <a:schemeClr val="tx1"/>
                </a:solidFill>
              </a:rPr>
            </a:br>
            <a:r>
              <a:rPr kumimoji="1" lang="en-US" altLang="ja-JP">
                <a:solidFill>
                  <a:schemeClr val="tx1"/>
                </a:solidFill>
              </a:rPr>
              <a:t>090-6839-0670</a:t>
            </a:r>
          </a:p>
          <a:p>
            <a:pPr algn="r"/>
            <a:r>
              <a:rPr kumimoji="1" lang="en-US" altLang="ja-JP">
                <a:solidFill>
                  <a:schemeClr val="tx1"/>
                </a:solidFill>
              </a:rPr>
              <a:t>yamauchi4887@gmail.com</a:t>
            </a:r>
          </a:p>
          <a:p>
            <a:pPr algn="r"/>
            <a:endParaRPr kumimoji="1" lang="ja-JP" altLang="en-US">
              <a:solidFill>
                <a:schemeClr val="tx1"/>
              </a:solidFill>
            </a:endParaRPr>
          </a:p>
          <a:p>
            <a:endParaRPr kumimoji="1" lang="ja-JP"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1"/>
          <p:cNvSpPr>
            <a:spLocks noChangeShapeType="1"/>
          </p:cNvSpPr>
          <p:nvPr/>
        </p:nvSpPr>
        <p:spPr bwMode="auto">
          <a:xfrm flipV="1">
            <a:off x="251520" y="58102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3" name="Text Box 5"/>
          <p:cNvSpPr txBox="1">
            <a:spLocks noChangeArrowheads="1"/>
          </p:cNvSpPr>
          <p:nvPr/>
        </p:nvSpPr>
        <p:spPr bwMode="auto">
          <a:xfrm>
            <a:off x="0"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ja-JP" altLang="en-US" b="0" dirty="0" smtClean="0">
                <a:solidFill>
                  <a:srgbClr val="DC5924"/>
                </a:solidFill>
              </a:rPr>
              <a:t>　法人名および事業所名候補</a:t>
            </a:r>
            <a:endParaRPr lang="ja-JP" altLang="ja-JP" b="0" dirty="0">
              <a:solidFill>
                <a:srgbClr val="DC5924"/>
              </a:solidFill>
            </a:endParaRPr>
          </a:p>
        </p:txBody>
      </p:sp>
      <p:sp>
        <p:nvSpPr>
          <p:cNvPr id="4" name="テキスト ボックス 3"/>
          <p:cNvSpPr txBox="1"/>
          <p:nvPr/>
        </p:nvSpPr>
        <p:spPr>
          <a:xfrm>
            <a:off x="395462" y="764704"/>
            <a:ext cx="8280920" cy="5816977"/>
          </a:xfrm>
          <a:prstGeom prst="rect">
            <a:avLst/>
          </a:prstGeom>
          <a:noFill/>
        </p:spPr>
        <p:txBody>
          <a:bodyPr wrap="square" rtlCol="0">
            <a:spAutoFit/>
          </a:bodyPr>
          <a:lstStyle/>
          <a:p>
            <a:r>
              <a:rPr kumimoji="1" lang="ja-JP" altLang="en-US" sz="1600" dirty="0" smtClean="0">
                <a:solidFill>
                  <a:schemeClr val="tx1"/>
                </a:solidFill>
              </a:rPr>
              <a:t>法人名</a:t>
            </a:r>
            <a:endParaRPr kumimoji="1" lang="en-US" altLang="ja-JP" sz="1600" dirty="0" smtClean="0">
              <a:solidFill>
                <a:schemeClr val="tx1"/>
              </a:solidFill>
            </a:endParaRPr>
          </a:p>
          <a:p>
            <a:r>
              <a:rPr kumimoji="1" lang="ja-JP" altLang="en-US" sz="1600" dirty="0">
                <a:solidFill>
                  <a:schemeClr val="tx1"/>
                </a:solidFill>
              </a:rPr>
              <a:t>　</a:t>
            </a:r>
            <a:r>
              <a:rPr kumimoji="1" lang="ja-JP" altLang="en-US" sz="1600" dirty="0" smtClean="0">
                <a:solidFill>
                  <a:schemeClr val="tx1"/>
                </a:solidFill>
              </a:rPr>
              <a:t>一般社団法人チャレンジドおのみち　　　</a:t>
            </a:r>
            <a:r>
              <a:rPr kumimoji="1" lang="ja-JP" altLang="en-US" sz="1600" dirty="0">
                <a:solidFill>
                  <a:schemeClr val="tx1"/>
                </a:solidFill>
              </a:rPr>
              <a:t>一般社団</a:t>
            </a:r>
            <a:r>
              <a:rPr kumimoji="1" lang="ja-JP" altLang="en-US" sz="1600" dirty="0" smtClean="0">
                <a:solidFill>
                  <a:schemeClr val="tx1"/>
                </a:solidFill>
              </a:rPr>
              <a:t>法人チャレンジド尾道</a:t>
            </a:r>
            <a:endParaRPr kumimoji="1" lang="en-US" altLang="ja-JP" sz="1600" dirty="0" smtClean="0">
              <a:solidFill>
                <a:schemeClr val="tx1"/>
              </a:solidFill>
            </a:endParaRPr>
          </a:p>
          <a:p>
            <a:r>
              <a:rPr kumimoji="1" lang="ja-JP" altLang="en-US" sz="1600" dirty="0">
                <a:solidFill>
                  <a:schemeClr val="tx1"/>
                </a:solidFill>
              </a:rPr>
              <a:t>　一般社団</a:t>
            </a:r>
            <a:r>
              <a:rPr kumimoji="1" lang="ja-JP" altLang="en-US" sz="1600" dirty="0" smtClean="0">
                <a:solidFill>
                  <a:schemeClr val="tx1"/>
                </a:solidFill>
              </a:rPr>
              <a:t>法人チャレンジド備後　　　　　　</a:t>
            </a:r>
            <a:r>
              <a:rPr kumimoji="1" lang="ja-JP" altLang="en-US" sz="1600" dirty="0">
                <a:solidFill>
                  <a:schemeClr val="tx1"/>
                </a:solidFill>
              </a:rPr>
              <a:t>一般社団法人</a:t>
            </a:r>
            <a:r>
              <a:rPr kumimoji="1" lang="ja-JP" altLang="en-US" sz="1600" dirty="0" smtClean="0">
                <a:solidFill>
                  <a:schemeClr val="tx1"/>
                </a:solidFill>
              </a:rPr>
              <a:t>チャレンジドしまなみ</a:t>
            </a:r>
            <a:endParaRPr kumimoji="1" lang="en-US" altLang="ja-JP" sz="1600" dirty="0" smtClean="0">
              <a:solidFill>
                <a:schemeClr val="tx1"/>
              </a:solidFill>
            </a:endParaRPr>
          </a:p>
          <a:p>
            <a:r>
              <a:rPr kumimoji="1" lang="ja-JP" altLang="en-US" sz="1600" dirty="0">
                <a:solidFill>
                  <a:schemeClr val="tx1"/>
                </a:solidFill>
              </a:rPr>
              <a:t>　一般社団</a:t>
            </a:r>
            <a:r>
              <a:rPr kumimoji="1" lang="ja-JP" altLang="en-US" sz="1600" dirty="0" smtClean="0">
                <a:solidFill>
                  <a:schemeClr val="tx1"/>
                </a:solidFill>
              </a:rPr>
              <a:t>法人カイト　　　　　　　　　　　　　一般社団法人ウィステリア</a:t>
            </a:r>
            <a:endParaRPr kumimoji="1" lang="en-US" altLang="ja-JP" sz="1600" dirty="0" smtClean="0">
              <a:solidFill>
                <a:schemeClr val="tx1"/>
              </a:solidFill>
            </a:endParaRPr>
          </a:p>
          <a:p>
            <a:r>
              <a:rPr kumimoji="1" lang="ja-JP" altLang="en-US" sz="1600" dirty="0">
                <a:solidFill>
                  <a:schemeClr val="tx1"/>
                </a:solidFill>
              </a:rPr>
              <a:t>　</a:t>
            </a:r>
            <a:r>
              <a:rPr kumimoji="1" lang="ja-JP" altLang="en-US" sz="1600" dirty="0" smtClean="0">
                <a:solidFill>
                  <a:schemeClr val="tx1"/>
                </a:solidFill>
              </a:rPr>
              <a:t>一般社団法人尾道福祉推進機構　　　　 一般社団法人備後福祉推進研究所</a:t>
            </a:r>
            <a:endParaRPr kumimoji="1" lang="en-US" altLang="ja-JP" sz="1600" dirty="0" smtClean="0">
              <a:solidFill>
                <a:schemeClr val="tx1"/>
              </a:solidFill>
            </a:endParaRPr>
          </a:p>
          <a:p>
            <a:endParaRPr kumimoji="1" lang="en-US" altLang="ja-JP" sz="1600" dirty="0">
              <a:solidFill>
                <a:schemeClr val="tx1"/>
              </a:solidFill>
            </a:endParaRPr>
          </a:p>
          <a:p>
            <a:r>
              <a:rPr kumimoji="1" lang="ja-JP" altLang="en-US" sz="1600" dirty="0" smtClean="0">
                <a:solidFill>
                  <a:schemeClr val="tx1"/>
                </a:solidFill>
              </a:rPr>
              <a:t>事業所名</a:t>
            </a:r>
            <a:endParaRPr kumimoji="1" lang="en-US" altLang="ja-JP" sz="1600" dirty="0" smtClean="0">
              <a:solidFill>
                <a:schemeClr val="tx1"/>
              </a:solidFill>
            </a:endParaRPr>
          </a:p>
          <a:p>
            <a:r>
              <a:rPr kumimoji="1" lang="ja-JP" altLang="en-US" sz="1600" dirty="0">
                <a:solidFill>
                  <a:schemeClr val="tx1"/>
                </a:solidFill>
              </a:rPr>
              <a:t>　</a:t>
            </a:r>
            <a:r>
              <a:rPr kumimoji="1" lang="ja-JP" altLang="en-US" sz="1600" dirty="0" smtClean="0">
                <a:solidFill>
                  <a:schemeClr val="tx1"/>
                </a:solidFill>
              </a:rPr>
              <a:t>就労継続支援（</a:t>
            </a:r>
            <a:r>
              <a:rPr kumimoji="1" lang="en-US" altLang="ja-JP" sz="1600" dirty="0" smtClean="0">
                <a:solidFill>
                  <a:schemeClr val="tx1"/>
                </a:solidFill>
              </a:rPr>
              <a:t>B</a:t>
            </a:r>
            <a:r>
              <a:rPr kumimoji="1" lang="ja-JP" altLang="en-US" sz="1600" dirty="0" smtClean="0">
                <a:solidFill>
                  <a:schemeClr val="tx1"/>
                </a:solidFill>
              </a:rPr>
              <a:t>型）施設</a:t>
            </a:r>
            <a:endParaRPr kumimoji="1" lang="en-US" altLang="ja-JP" sz="1600" dirty="0" smtClean="0">
              <a:solidFill>
                <a:schemeClr val="tx1"/>
              </a:solidFill>
            </a:endParaRPr>
          </a:p>
          <a:p>
            <a:r>
              <a:rPr kumimoji="1" lang="ja-JP" altLang="en-US" sz="1600" dirty="0">
                <a:solidFill>
                  <a:schemeClr val="tx1"/>
                </a:solidFill>
              </a:rPr>
              <a:t>　</a:t>
            </a:r>
            <a:r>
              <a:rPr kumimoji="1" lang="ja-JP" altLang="en-US" sz="1600" dirty="0" smtClean="0">
                <a:solidFill>
                  <a:schemeClr val="tx1"/>
                </a:solidFill>
              </a:rPr>
              <a:t>　ウィステリア　　　ウィステリア御調　</a:t>
            </a:r>
            <a:endParaRPr kumimoji="1" lang="en-US" altLang="ja-JP" sz="1600" dirty="0" smtClean="0">
              <a:solidFill>
                <a:schemeClr val="tx1"/>
              </a:solidFill>
            </a:endParaRPr>
          </a:p>
          <a:p>
            <a:r>
              <a:rPr kumimoji="1" lang="ja-JP" altLang="en-US" sz="1600" dirty="0">
                <a:solidFill>
                  <a:schemeClr val="tx1"/>
                </a:solidFill>
              </a:rPr>
              <a:t>　</a:t>
            </a:r>
            <a:r>
              <a:rPr kumimoji="1" lang="ja-JP" altLang="en-US" sz="1600" dirty="0" smtClean="0">
                <a:solidFill>
                  <a:schemeClr val="tx1"/>
                </a:solidFill>
              </a:rPr>
              <a:t>　カイト　　　　　　　カイト御調　</a:t>
            </a:r>
            <a:endParaRPr kumimoji="1" lang="en-US" altLang="ja-JP" sz="1600" dirty="0" smtClean="0">
              <a:solidFill>
                <a:schemeClr val="tx1"/>
              </a:solidFill>
            </a:endParaRPr>
          </a:p>
          <a:p>
            <a:r>
              <a:rPr kumimoji="1" lang="ja-JP" altLang="en-US" sz="1600" dirty="0">
                <a:solidFill>
                  <a:schemeClr val="tx1"/>
                </a:solidFill>
              </a:rPr>
              <a:t>　</a:t>
            </a:r>
            <a:r>
              <a:rPr kumimoji="1" lang="ja-JP" altLang="en-US" sz="1600" dirty="0" smtClean="0">
                <a:solidFill>
                  <a:schemeClr val="tx1"/>
                </a:solidFill>
              </a:rPr>
              <a:t>　</a:t>
            </a:r>
            <a:endParaRPr kumimoji="1" lang="en-US" altLang="ja-JP" sz="1600" dirty="0" smtClean="0">
              <a:solidFill>
                <a:schemeClr val="tx1"/>
              </a:solidFill>
            </a:endParaRPr>
          </a:p>
          <a:p>
            <a:endParaRPr kumimoji="1" lang="en-US" altLang="ja-JP" sz="1600" dirty="0" smtClean="0">
              <a:solidFill>
                <a:schemeClr val="tx1"/>
              </a:solidFill>
            </a:endParaRPr>
          </a:p>
          <a:p>
            <a:r>
              <a:rPr kumimoji="1" lang="ja-JP" altLang="en-US" sz="1600" dirty="0" smtClean="0">
                <a:solidFill>
                  <a:schemeClr val="tx1"/>
                </a:solidFill>
              </a:rPr>
              <a:t>チャレンジド</a:t>
            </a:r>
            <a:endParaRPr kumimoji="1" lang="en-US" altLang="ja-JP" sz="1600" dirty="0" smtClean="0">
              <a:solidFill>
                <a:schemeClr val="tx1"/>
              </a:solidFill>
            </a:endParaRPr>
          </a:p>
          <a:p>
            <a:r>
              <a:rPr lang="ja-JP" altLang="en-US" sz="1600" dirty="0" smtClean="0">
                <a:solidFill>
                  <a:schemeClr val="tx1"/>
                </a:solidFill>
              </a:rPr>
              <a:t> </a:t>
            </a:r>
            <a:r>
              <a:rPr lang="en-US" altLang="ja-JP" sz="1600" dirty="0">
                <a:solidFill>
                  <a:schemeClr val="tx1"/>
                </a:solidFill>
              </a:rPr>
              <a:t>Challenged</a:t>
            </a:r>
            <a:r>
              <a:rPr lang="ja-JP" altLang="en-US" sz="1600" dirty="0">
                <a:solidFill>
                  <a:schemeClr val="tx1"/>
                </a:solidFill>
              </a:rPr>
              <a:t>（チャレンジド）というのは「障害を持つ人」を表す新しい米語「</a:t>
            </a:r>
            <a:r>
              <a:rPr lang="en-US" altLang="ja-JP" sz="1600" dirty="0">
                <a:solidFill>
                  <a:schemeClr val="tx1"/>
                </a:solidFill>
              </a:rPr>
              <a:t>the challenged (</a:t>
            </a:r>
            <a:r>
              <a:rPr lang="ja-JP" altLang="en-US" sz="1600" dirty="0">
                <a:solidFill>
                  <a:schemeClr val="tx1"/>
                </a:solidFill>
              </a:rPr>
              <a:t>挑戦という使命や課題、挑戦するチャンスや資格を与えられた人）」を語源とし、障害をマイナスとのみ捉えるのでなく、障害を持つゆえに体験する様々な事象を自分自身のため、あるいは社会のためポジティブに生かして</a:t>
            </a:r>
            <a:r>
              <a:rPr lang="ja-JP" altLang="en-US" sz="1600" dirty="0" smtClean="0">
                <a:solidFill>
                  <a:schemeClr val="tx1"/>
                </a:solidFill>
              </a:rPr>
              <a:t>行こうという考え方。</a:t>
            </a:r>
            <a:endParaRPr lang="en-US" altLang="ja-JP" sz="1600" dirty="0" smtClean="0">
              <a:solidFill>
                <a:schemeClr val="tx1"/>
              </a:solidFill>
            </a:endParaRPr>
          </a:p>
          <a:p>
            <a:endParaRPr kumimoji="1" lang="en-US" altLang="ja-JP" sz="1600" dirty="0" smtClean="0">
              <a:solidFill>
                <a:schemeClr val="tx1"/>
              </a:solidFill>
            </a:endParaRPr>
          </a:p>
          <a:p>
            <a:r>
              <a:rPr kumimoji="1" lang="ja-JP" altLang="en-US" sz="1600" dirty="0" smtClean="0">
                <a:solidFill>
                  <a:schemeClr val="tx1"/>
                </a:solidFill>
              </a:rPr>
              <a:t>カイト・・・鳶。軽やかに動く。</a:t>
            </a:r>
            <a:endParaRPr kumimoji="1" lang="en-US" altLang="ja-JP" sz="1600" dirty="0" smtClean="0">
              <a:solidFill>
                <a:schemeClr val="tx1"/>
              </a:solidFill>
            </a:endParaRPr>
          </a:p>
          <a:p>
            <a:endParaRPr kumimoji="1" lang="en-US" altLang="ja-JP" sz="1600" dirty="0" smtClean="0">
              <a:solidFill>
                <a:schemeClr val="tx1"/>
              </a:solidFill>
            </a:endParaRPr>
          </a:p>
          <a:p>
            <a:r>
              <a:rPr kumimoji="1" lang="ja-JP" altLang="en-US" sz="1600" dirty="0" smtClean="0">
                <a:solidFill>
                  <a:schemeClr val="tx1"/>
                </a:solidFill>
              </a:rPr>
              <a:t>ウィステリア・・・藤（色）</a:t>
            </a:r>
            <a:r>
              <a:rPr kumimoji="1" lang="ja-JP" altLang="en-US" sz="1600" dirty="0">
                <a:solidFill>
                  <a:schemeClr val="tx1"/>
                </a:solidFill>
              </a:rPr>
              <a:t>　</a:t>
            </a:r>
            <a:r>
              <a:rPr lang="ja-JP" altLang="en-US" sz="1600" dirty="0">
                <a:solidFill>
                  <a:schemeClr val="tx1"/>
                </a:solidFill>
              </a:rPr>
              <a:t>「藤色」という色は「藤」の字を持つ藤原家の隆盛に伴って、また藤の旺盛な生命力や豊かな芳香にちなんで、</a:t>
            </a:r>
            <a:r>
              <a:rPr lang="ja-JP" altLang="en-US" sz="1600" dirty="0">
                <a:solidFill>
                  <a:schemeClr val="tx1"/>
                </a:solidFill>
                <a:hlinkClick r:id="rId2" tooltip="平安時代"/>
              </a:rPr>
              <a:t>平安時代</a:t>
            </a:r>
            <a:r>
              <a:rPr lang="ja-JP" altLang="en-US" sz="1600" dirty="0">
                <a:solidFill>
                  <a:schemeClr val="tx1"/>
                </a:solidFill>
              </a:rPr>
              <a:t>を中心に高貴な色として愛された。</a:t>
            </a:r>
            <a:r>
              <a:rPr kumimoji="1" lang="ja-JP" altLang="en-US" dirty="0" smtClean="0">
                <a:solidFill>
                  <a:schemeClr val="tx1"/>
                </a:solidFill>
              </a:rPr>
              <a:t>　　</a:t>
            </a:r>
            <a:endParaRPr kumimoji="1" lang="en-US" altLang="ja-JP" dirty="0" smtClean="0">
              <a:solidFill>
                <a:schemeClr val="tx1"/>
              </a:solidFill>
            </a:endParaRPr>
          </a:p>
          <a:p>
            <a:r>
              <a:rPr kumimoji="1" lang="ja-JP" altLang="en-US" dirty="0">
                <a:solidFill>
                  <a:schemeClr val="tx1"/>
                </a:solidFill>
              </a:rPr>
              <a:t>　</a:t>
            </a:r>
          </a:p>
        </p:txBody>
      </p:sp>
    </p:spTree>
    <p:extLst>
      <p:ext uri="{BB962C8B-B14F-4D97-AF65-F5344CB8AC3E}">
        <p14:creationId xmlns:p14="http://schemas.microsoft.com/office/powerpoint/2010/main" val="1438292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1"/>
          <p:cNvSpPr>
            <a:spLocks noChangeShapeType="1"/>
          </p:cNvSpPr>
          <p:nvPr/>
        </p:nvSpPr>
        <p:spPr bwMode="auto">
          <a:xfrm flipV="1">
            <a:off x="251520" y="58102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3" name="Text Box 5"/>
          <p:cNvSpPr txBox="1">
            <a:spLocks noChangeArrowheads="1"/>
          </p:cNvSpPr>
          <p:nvPr/>
        </p:nvSpPr>
        <p:spPr bwMode="auto">
          <a:xfrm>
            <a:off x="0"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ja-JP" altLang="en-US" b="0" dirty="0" smtClean="0">
                <a:solidFill>
                  <a:srgbClr val="DC5924"/>
                </a:solidFill>
              </a:rPr>
              <a:t>　法人名および事業所名候補</a:t>
            </a:r>
            <a:endParaRPr lang="ja-JP" altLang="ja-JP" b="0" dirty="0">
              <a:solidFill>
                <a:srgbClr val="DC5924"/>
              </a:solidFill>
            </a:endParaRPr>
          </a:p>
        </p:txBody>
      </p:sp>
    </p:spTree>
    <p:extLst>
      <p:ext uri="{BB962C8B-B14F-4D97-AF65-F5344CB8AC3E}">
        <p14:creationId xmlns:p14="http://schemas.microsoft.com/office/powerpoint/2010/main" val="3451276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ne 1"/>
          <p:cNvSpPr>
            <a:spLocks noChangeShapeType="1"/>
          </p:cNvSpPr>
          <p:nvPr/>
        </p:nvSpPr>
        <p:spPr bwMode="auto">
          <a:xfrm flipV="1">
            <a:off x="251520" y="58102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0"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ja-JP" altLang="en-US" b="0" dirty="0" smtClean="0">
                <a:solidFill>
                  <a:srgbClr val="DC5924"/>
                </a:solidFill>
              </a:rPr>
              <a:t>　</a:t>
            </a:r>
            <a:r>
              <a:rPr lang="en-US" altLang="ja-JP" b="0" dirty="0" smtClean="0">
                <a:solidFill>
                  <a:srgbClr val="DC5924"/>
                </a:solidFill>
              </a:rPr>
              <a:t>B</a:t>
            </a:r>
            <a:r>
              <a:rPr lang="ja-JP" altLang="en-US" b="0" dirty="0">
                <a:solidFill>
                  <a:srgbClr val="DC5924"/>
                </a:solidFill>
              </a:rPr>
              <a:t>型就労継続支援</a:t>
            </a:r>
            <a:r>
              <a:rPr lang="ja-JP" altLang="en-US" b="0" dirty="0" smtClean="0">
                <a:solidFill>
                  <a:srgbClr val="DC5924"/>
                </a:solidFill>
              </a:rPr>
              <a:t>事業</a:t>
            </a:r>
            <a:r>
              <a:rPr lang="ja-JP" altLang="en-US" b="0" dirty="0">
                <a:solidFill>
                  <a:srgbClr val="DC5924"/>
                </a:solidFill>
              </a:rPr>
              <a:t>　　</a:t>
            </a:r>
            <a:r>
              <a:rPr lang="ja-JP" altLang="en-US" b="0" dirty="0" smtClean="0">
                <a:solidFill>
                  <a:srgbClr val="DC5924"/>
                </a:solidFill>
              </a:rPr>
              <a:t>事業所予定地</a:t>
            </a:r>
            <a:endParaRPr lang="ja-JP" altLang="ja-JP" b="0" dirty="0">
              <a:solidFill>
                <a:srgbClr val="DC5924"/>
              </a:solidFill>
            </a:endParaRPr>
          </a:p>
        </p:txBody>
      </p:sp>
      <p:sp>
        <p:nvSpPr>
          <p:cNvPr id="8" name="正方形/長方形 7"/>
          <p:cNvSpPr/>
          <p:nvPr/>
        </p:nvSpPr>
        <p:spPr>
          <a:xfrm>
            <a:off x="4916710" y="977384"/>
            <a:ext cx="3727302" cy="369332"/>
          </a:xfrm>
          <a:prstGeom prst="rect">
            <a:avLst/>
          </a:prstGeom>
        </p:spPr>
        <p:txBody>
          <a:bodyPr wrap="none">
            <a:spAutoFit/>
          </a:bodyPr>
          <a:lstStyle/>
          <a:p>
            <a:pPr fontAlgn="t"/>
            <a:r>
              <a:rPr lang="zh-TW" altLang="en-US" b="1" dirty="0">
                <a:solidFill>
                  <a:srgbClr val="333333"/>
                </a:solidFill>
                <a:latin typeface="Roboto"/>
              </a:rPr>
              <a:t>広島県尾道市御調町大田７１８−１２</a:t>
            </a:r>
            <a:endParaRPr lang="zh-TW" altLang="en-US" b="1" i="0" dirty="0">
              <a:solidFill>
                <a:srgbClr val="333333"/>
              </a:solidFill>
              <a:effectLst/>
              <a:latin typeface="Roboto"/>
            </a:endParaRPr>
          </a:p>
        </p:txBody>
      </p:sp>
      <p:pic>
        <p:nvPicPr>
          <p:cNvPr id="9" name="図 8"/>
          <p:cNvPicPr>
            <a:picLocks noChangeAspect="1"/>
          </p:cNvPicPr>
          <p:nvPr/>
        </p:nvPicPr>
        <p:blipFill>
          <a:blip r:embed="rId2"/>
          <a:stretch>
            <a:fillRect/>
          </a:stretch>
        </p:blipFill>
        <p:spPr>
          <a:xfrm>
            <a:off x="4039393" y="2276872"/>
            <a:ext cx="4896544" cy="4381749"/>
          </a:xfrm>
          <a:prstGeom prst="rect">
            <a:avLst/>
          </a:prstGeom>
        </p:spPr>
      </p:pic>
      <p:pic>
        <p:nvPicPr>
          <p:cNvPr id="7" name="図 6"/>
          <p:cNvPicPr>
            <a:picLocks noChangeAspect="1"/>
          </p:cNvPicPr>
          <p:nvPr/>
        </p:nvPicPr>
        <p:blipFill>
          <a:blip r:embed="rId3"/>
          <a:stretch>
            <a:fillRect/>
          </a:stretch>
        </p:blipFill>
        <p:spPr>
          <a:xfrm>
            <a:off x="251520" y="908720"/>
            <a:ext cx="4504929" cy="3384376"/>
          </a:xfrm>
          <a:prstGeom prst="rect">
            <a:avLst/>
          </a:prstGeom>
        </p:spPr>
      </p:pic>
    </p:spTree>
    <p:extLst>
      <p:ext uri="{BB962C8B-B14F-4D97-AF65-F5344CB8AC3E}">
        <p14:creationId xmlns:p14="http://schemas.microsoft.com/office/powerpoint/2010/main" val="183835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ne 1"/>
          <p:cNvSpPr>
            <a:spLocks noChangeShapeType="1"/>
          </p:cNvSpPr>
          <p:nvPr/>
        </p:nvSpPr>
        <p:spPr bwMode="auto">
          <a:xfrm flipV="1">
            <a:off x="251520" y="58102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0"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ja-JP" altLang="en-US" b="0" dirty="0" smtClean="0">
                <a:solidFill>
                  <a:srgbClr val="DC5924"/>
                </a:solidFill>
              </a:rPr>
              <a:t>　</a:t>
            </a:r>
            <a:r>
              <a:rPr lang="en-US" altLang="ja-JP" b="0" dirty="0" smtClean="0">
                <a:solidFill>
                  <a:srgbClr val="DC5924"/>
                </a:solidFill>
              </a:rPr>
              <a:t>B</a:t>
            </a:r>
            <a:r>
              <a:rPr lang="ja-JP" altLang="en-US" b="0" dirty="0">
                <a:solidFill>
                  <a:srgbClr val="DC5924"/>
                </a:solidFill>
              </a:rPr>
              <a:t>型就労継続支援</a:t>
            </a:r>
            <a:r>
              <a:rPr lang="ja-JP" altLang="en-US" b="0" dirty="0" smtClean="0">
                <a:solidFill>
                  <a:srgbClr val="DC5924"/>
                </a:solidFill>
              </a:rPr>
              <a:t>事業</a:t>
            </a:r>
            <a:r>
              <a:rPr lang="ja-JP" altLang="en-US" b="0" dirty="0">
                <a:solidFill>
                  <a:srgbClr val="DC5924"/>
                </a:solidFill>
              </a:rPr>
              <a:t>　　</a:t>
            </a:r>
            <a:r>
              <a:rPr lang="ja-JP" altLang="en-US" b="0" dirty="0" smtClean="0">
                <a:solidFill>
                  <a:srgbClr val="DC5924"/>
                </a:solidFill>
              </a:rPr>
              <a:t>事業所予定地</a:t>
            </a:r>
            <a:endParaRPr lang="ja-JP" altLang="ja-JP" b="0" dirty="0">
              <a:solidFill>
                <a:srgbClr val="DC5924"/>
              </a:solidFill>
            </a:endParaRPr>
          </a:p>
        </p:txBody>
      </p:sp>
      <p:pic>
        <p:nvPicPr>
          <p:cNvPr id="6" name="図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1" y="764704"/>
            <a:ext cx="2496278" cy="1872208"/>
          </a:xfrm>
          <a:prstGeom prst="rect">
            <a:avLst/>
          </a:prstGeom>
        </p:spPr>
      </p:pic>
      <p:pic>
        <p:nvPicPr>
          <p:cNvPr id="8" name="図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87824" y="764704"/>
            <a:ext cx="2520280" cy="1890210"/>
          </a:xfrm>
          <a:prstGeom prst="rect">
            <a:avLst/>
          </a:prstGeom>
        </p:spPr>
      </p:pic>
      <p:pic>
        <p:nvPicPr>
          <p:cNvPr id="9" name="図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32527" y="772294"/>
            <a:ext cx="2511881" cy="1883910"/>
          </a:xfrm>
          <a:prstGeom prst="rect">
            <a:avLst/>
          </a:prstGeom>
        </p:spPr>
      </p:pic>
      <p:pic>
        <p:nvPicPr>
          <p:cNvPr id="10" name="図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1520" y="2996951"/>
            <a:ext cx="2496279" cy="1872209"/>
          </a:xfrm>
          <a:prstGeom prst="rect">
            <a:avLst/>
          </a:prstGeom>
        </p:spPr>
      </p:pic>
      <p:pic>
        <p:nvPicPr>
          <p:cNvPr id="11" name="図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80740" y="2985491"/>
            <a:ext cx="2511559" cy="1883669"/>
          </a:xfrm>
          <a:prstGeom prst="rect">
            <a:avLst/>
          </a:prstGeom>
        </p:spPr>
      </p:pic>
    </p:spTree>
    <p:extLst>
      <p:ext uri="{BB962C8B-B14F-4D97-AF65-F5344CB8AC3E}">
        <p14:creationId xmlns:p14="http://schemas.microsoft.com/office/powerpoint/2010/main" val="82346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1"/>
          <p:cNvSpPr>
            <a:spLocks noChangeShapeType="1"/>
          </p:cNvSpPr>
          <p:nvPr/>
        </p:nvSpPr>
        <p:spPr bwMode="auto">
          <a:xfrm flipV="1">
            <a:off x="233252" y="600612"/>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3" name="Text Box 5"/>
          <p:cNvSpPr txBox="1">
            <a:spLocks noChangeArrowheads="1"/>
          </p:cNvSpPr>
          <p:nvPr/>
        </p:nvSpPr>
        <p:spPr bwMode="auto">
          <a:xfrm>
            <a:off x="93663"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en-US" altLang="ja-JP" b="0" dirty="0">
                <a:solidFill>
                  <a:srgbClr val="DC5924"/>
                </a:solidFill>
              </a:rPr>
              <a:t>B</a:t>
            </a:r>
            <a:r>
              <a:rPr lang="ja-JP" altLang="en-US" b="0" dirty="0">
                <a:solidFill>
                  <a:srgbClr val="DC5924"/>
                </a:solidFill>
              </a:rPr>
              <a:t>型就労継続支援</a:t>
            </a:r>
            <a:r>
              <a:rPr lang="ja-JP" altLang="en-US" b="0" dirty="0" smtClean="0">
                <a:solidFill>
                  <a:srgbClr val="DC5924"/>
                </a:solidFill>
              </a:rPr>
              <a:t>事業　パチンコ解体作業　商流フロー</a:t>
            </a:r>
            <a:endParaRPr lang="ja-JP" altLang="ja-JP" b="0" dirty="0">
              <a:solidFill>
                <a:srgbClr val="DC5924"/>
              </a:solidFill>
            </a:endParaRPr>
          </a:p>
        </p:txBody>
      </p:sp>
      <p:pic>
        <p:nvPicPr>
          <p:cNvPr id="53252" name="Picture 4" descr="一般社団法人　遊技機リサイクル協会"/>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0034" y="3764738"/>
            <a:ext cx="2190750" cy="66675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990" y="4363750"/>
            <a:ext cx="3567691" cy="2016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テキスト ボックス 3"/>
          <p:cNvSpPr txBox="1"/>
          <p:nvPr/>
        </p:nvSpPr>
        <p:spPr>
          <a:xfrm>
            <a:off x="6183408" y="4345359"/>
            <a:ext cx="1100108" cy="307777"/>
          </a:xfrm>
          <a:prstGeom prst="rect">
            <a:avLst/>
          </a:prstGeom>
          <a:noFill/>
        </p:spPr>
        <p:txBody>
          <a:bodyPr wrap="square" rtlCol="0">
            <a:spAutoFit/>
          </a:bodyPr>
          <a:lstStyle/>
          <a:p>
            <a:r>
              <a:rPr kumimoji="1" lang="ja-JP" altLang="en-US" sz="1400" b="1" dirty="0" smtClean="0">
                <a:solidFill>
                  <a:schemeClr val="tx1"/>
                </a:solidFill>
              </a:rPr>
              <a:t>指定事業者</a:t>
            </a:r>
            <a:endParaRPr kumimoji="1" lang="ja-JP" altLang="en-US" sz="1400" b="1" dirty="0">
              <a:solidFill>
                <a:schemeClr val="tx1"/>
              </a:solidFill>
            </a:endParaRPr>
          </a:p>
        </p:txBody>
      </p:sp>
      <p:pic>
        <p:nvPicPr>
          <p:cNvPr id="1028" name="Picture 4" descr="http://www.p-recycle.or.jp/system/images/guide_1.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482" y="1628800"/>
            <a:ext cx="5058048" cy="495699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カギ線コネクタ 5"/>
          <p:cNvCxnSpPr/>
          <p:nvPr/>
        </p:nvCxnSpPr>
        <p:spPr bwMode="auto">
          <a:xfrm>
            <a:off x="4445683" y="4797152"/>
            <a:ext cx="2033339" cy="936104"/>
          </a:xfrm>
          <a:prstGeom prst="bentConnector3">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テキスト ボックス 10"/>
          <p:cNvSpPr txBox="1"/>
          <p:nvPr/>
        </p:nvSpPr>
        <p:spPr>
          <a:xfrm>
            <a:off x="975415" y="2996952"/>
            <a:ext cx="1784946" cy="307777"/>
          </a:xfrm>
          <a:prstGeom prst="rect">
            <a:avLst/>
          </a:prstGeom>
          <a:noFill/>
        </p:spPr>
        <p:txBody>
          <a:bodyPr wrap="square" rtlCol="0">
            <a:spAutoFit/>
          </a:bodyPr>
          <a:lstStyle/>
          <a:p>
            <a:r>
              <a:rPr kumimoji="1" lang="ja-JP" altLang="en-US" sz="1400" b="1" dirty="0">
                <a:solidFill>
                  <a:schemeClr val="tx1"/>
                </a:solidFill>
              </a:rPr>
              <a:t>四国</a:t>
            </a:r>
            <a:r>
              <a:rPr kumimoji="1" lang="ja-JP" altLang="en-US" sz="1400" b="1" dirty="0" smtClean="0">
                <a:solidFill>
                  <a:schemeClr val="tx1"/>
                </a:solidFill>
              </a:rPr>
              <a:t>地方</a:t>
            </a:r>
            <a:endParaRPr kumimoji="1" lang="ja-JP" altLang="en-US" sz="1400" b="1" dirty="0">
              <a:solidFill>
                <a:schemeClr val="tx1"/>
              </a:solidFill>
            </a:endParaRPr>
          </a:p>
        </p:txBody>
      </p:sp>
      <p:pic>
        <p:nvPicPr>
          <p:cNvPr id="102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5400000">
            <a:off x="6050863" y="600629"/>
            <a:ext cx="2223477" cy="2876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テキスト ボックス 12"/>
          <p:cNvSpPr txBox="1"/>
          <p:nvPr/>
        </p:nvSpPr>
        <p:spPr>
          <a:xfrm>
            <a:off x="7004835" y="954316"/>
            <a:ext cx="1367911" cy="523220"/>
          </a:xfrm>
          <a:prstGeom prst="rect">
            <a:avLst/>
          </a:prstGeom>
          <a:noFill/>
        </p:spPr>
        <p:txBody>
          <a:bodyPr wrap="square" rtlCol="0">
            <a:spAutoFit/>
          </a:bodyPr>
          <a:lstStyle/>
          <a:p>
            <a:r>
              <a:rPr kumimoji="1" lang="ja-JP" altLang="en-US" sz="1400" b="1" dirty="0">
                <a:solidFill>
                  <a:srgbClr val="FF0000"/>
                </a:solidFill>
              </a:rPr>
              <a:t>就労</a:t>
            </a:r>
            <a:r>
              <a:rPr kumimoji="1" lang="ja-JP" altLang="en-US" sz="1400" b="1" dirty="0" smtClean="0">
                <a:solidFill>
                  <a:srgbClr val="FF0000"/>
                </a:solidFill>
              </a:rPr>
              <a:t>継続</a:t>
            </a:r>
            <a:endParaRPr kumimoji="1" lang="en-US" altLang="ja-JP" sz="1400" b="1" dirty="0" smtClean="0">
              <a:solidFill>
                <a:srgbClr val="FF0000"/>
              </a:solidFill>
            </a:endParaRPr>
          </a:p>
          <a:p>
            <a:r>
              <a:rPr kumimoji="1" lang="ja-JP" altLang="en-US" sz="1400" b="1" dirty="0">
                <a:solidFill>
                  <a:srgbClr val="FF0000"/>
                </a:solidFill>
              </a:rPr>
              <a:t>　</a:t>
            </a:r>
            <a:r>
              <a:rPr kumimoji="1" lang="ja-JP" altLang="en-US" sz="1400" b="1" dirty="0" smtClean="0">
                <a:solidFill>
                  <a:srgbClr val="FF0000"/>
                </a:solidFill>
              </a:rPr>
              <a:t>支援</a:t>
            </a:r>
            <a:r>
              <a:rPr kumimoji="1" lang="ja-JP" altLang="en-US" sz="1400" b="1" dirty="0">
                <a:solidFill>
                  <a:srgbClr val="FF0000"/>
                </a:solidFill>
              </a:rPr>
              <a:t>事業所</a:t>
            </a:r>
          </a:p>
        </p:txBody>
      </p:sp>
      <p:cxnSp>
        <p:nvCxnSpPr>
          <p:cNvPr id="9" name="直線矢印コネクタ 8"/>
          <p:cNvCxnSpPr/>
          <p:nvPr/>
        </p:nvCxnSpPr>
        <p:spPr bwMode="auto">
          <a:xfrm flipH="1" flipV="1">
            <a:off x="8363469" y="3174501"/>
            <a:ext cx="9277" cy="1478635"/>
          </a:xfrm>
          <a:prstGeom prst="straightConnector1">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テキスト ボックス 18"/>
          <p:cNvSpPr txBox="1"/>
          <p:nvPr/>
        </p:nvSpPr>
        <p:spPr>
          <a:xfrm>
            <a:off x="8043892" y="4247665"/>
            <a:ext cx="1100108" cy="738664"/>
          </a:xfrm>
          <a:prstGeom prst="rect">
            <a:avLst/>
          </a:prstGeom>
          <a:noFill/>
        </p:spPr>
        <p:txBody>
          <a:bodyPr wrap="square" rtlCol="0">
            <a:spAutoFit/>
          </a:bodyPr>
          <a:lstStyle/>
          <a:p>
            <a:pPr algn="ctr"/>
            <a:r>
              <a:rPr kumimoji="1" lang="ja-JP" altLang="en-US" sz="1400" b="1" dirty="0" smtClean="0">
                <a:solidFill>
                  <a:schemeClr val="tx1"/>
                </a:solidFill>
              </a:rPr>
              <a:t>パチンコ台</a:t>
            </a:r>
            <a:endParaRPr kumimoji="1" lang="en-US" altLang="ja-JP" sz="1400" b="1" dirty="0" smtClean="0">
              <a:solidFill>
                <a:schemeClr val="tx1"/>
              </a:solidFill>
            </a:endParaRPr>
          </a:p>
          <a:p>
            <a:pPr algn="ctr"/>
            <a:r>
              <a:rPr kumimoji="1" lang="ja-JP" altLang="en-US" sz="1400" b="1" dirty="0" smtClean="0">
                <a:solidFill>
                  <a:schemeClr val="tx1"/>
                </a:solidFill>
              </a:rPr>
              <a:t>手作業</a:t>
            </a:r>
            <a:endParaRPr kumimoji="1" lang="en-US" altLang="ja-JP" sz="1400" b="1" dirty="0" smtClean="0">
              <a:solidFill>
                <a:schemeClr val="tx1"/>
              </a:solidFill>
            </a:endParaRPr>
          </a:p>
          <a:p>
            <a:pPr algn="ctr"/>
            <a:r>
              <a:rPr kumimoji="1" lang="ja-JP" altLang="en-US" sz="1400" b="1" dirty="0" smtClean="0">
                <a:solidFill>
                  <a:schemeClr val="tx1"/>
                </a:solidFill>
              </a:rPr>
              <a:t>解体依頼</a:t>
            </a:r>
            <a:endParaRPr kumimoji="1" lang="ja-JP" altLang="en-US" sz="1400" b="1" dirty="0">
              <a:solidFill>
                <a:schemeClr val="tx1"/>
              </a:solidFill>
            </a:endParaRPr>
          </a:p>
        </p:txBody>
      </p:sp>
      <p:cxnSp>
        <p:nvCxnSpPr>
          <p:cNvPr id="20" name="直線矢印コネクタ 19"/>
          <p:cNvCxnSpPr/>
          <p:nvPr/>
        </p:nvCxnSpPr>
        <p:spPr bwMode="auto">
          <a:xfrm>
            <a:off x="7596336" y="3174501"/>
            <a:ext cx="1" cy="1478636"/>
          </a:xfrm>
          <a:prstGeom prst="straightConnector1">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テキスト ボックス 22"/>
          <p:cNvSpPr txBox="1"/>
          <p:nvPr/>
        </p:nvSpPr>
        <p:spPr>
          <a:xfrm>
            <a:off x="6930870" y="3241517"/>
            <a:ext cx="1100108" cy="523220"/>
          </a:xfrm>
          <a:prstGeom prst="rect">
            <a:avLst/>
          </a:prstGeom>
          <a:noFill/>
        </p:spPr>
        <p:txBody>
          <a:bodyPr wrap="square" rtlCol="0">
            <a:spAutoFit/>
          </a:bodyPr>
          <a:lstStyle/>
          <a:p>
            <a:pPr algn="ctr"/>
            <a:r>
              <a:rPr kumimoji="1" lang="ja-JP" altLang="en-US" sz="1400" b="1" dirty="0" smtClean="0">
                <a:solidFill>
                  <a:schemeClr val="tx1"/>
                </a:solidFill>
              </a:rPr>
              <a:t>解体パーツ</a:t>
            </a:r>
            <a:endParaRPr kumimoji="1" lang="en-US" altLang="ja-JP" sz="1400" b="1" dirty="0" smtClean="0">
              <a:solidFill>
                <a:schemeClr val="tx1"/>
              </a:solidFill>
            </a:endParaRPr>
          </a:p>
          <a:p>
            <a:pPr algn="ctr"/>
            <a:endParaRPr kumimoji="1" lang="ja-JP" altLang="en-US" sz="1400" b="1" dirty="0">
              <a:solidFill>
                <a:schemeClr val="tx1"/>
              </a:solidFill>
            </a:endParaRPr>
          </a:p>
        </p:txBody>
      </p:sp>
      <p:sp>
        <p:nvSpPr>
          <p:cNvPr id="17" name="円/楕円 16"/>
          <p:cNvSpPr/>
          <p:nvPr/>
        </p:nvSpPr>
        <p:spPr bwMode="auto">
          <a:xfrm>
            <a:off x="7283516" y="3610849"/>
            <a:ext cx="1310429" cy="610239"/>
          </a:xfrm>
          <a:prstGeom prst="ellips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pPr>
            <a:r>
              <a:rPr kumimoji="0" lang="ja-JP" altLang="en-US" sz="1400" b="0" i="0" u="none" strike="noStrike" cap="none" normalizeH="0" baseline="0" dirty="0" smtClean="0">
                <a:ln>
                  <a:noFill/>
                </a:ln>
                <a:solidFill>
                  <a:schemeClr val="bg1"/>
                </a:solidFill>
                <a:effectLst/>
                <a:latin typeface="Arial" charset="0"/>
                <a:ea typeface="ＭＳ Ｐゴシック" charset="-128"/>
              </a:rPr>
              <a:t>継続売買契約</a:t>
            </a:r>
          </a:p>
        </p:txBody>
      </p:sp>
      <p:sp>
        <p:nvSpPr>
          <p:cNvPr id="5" name="テキスト ボックス 4"/>
          <p:cNvSpPr txBox="1"/>
          <p:nvPr/>
        </p:nvSpPr>
        <p:spPr>
          <a:xfrm>
            <a:off x="233252" y="764704"/>
            <a:ext cx="4482764"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600" b="1" dirty="0" smtClean="0">
                <a:solidFill>
                  <a:schemeClr val="tx1"/>
                </a:solidFill>
              </a:rPr>
              <a:t>当事業所は、遊技機リサイクル協会指定事業者「藤鳶工業株式会社」様との提携により安定した中古パチンコ台の確保を実現しています。</a:t>
            </a:r>
            <a:endParaRPr kumimoji="1" lang="ja-JP" altLang="en-US" sz="1600" b="1" dirty="0">
              <a:solidFill>
                <a:schemeClr val="tx1"/>
              </a:solidFill>
            </a:endParaRPr>
          </a:p>
        </p:txBody>
      </p:sp>
    </p:spTree>
    <p:extLst>
      <p:ext uri="{BB962C8B-B14F-4D97-AF65-F5344CB8AC3E}">
        <p14:creationId xmlns:p14="http://schemas.microsoft.com/office/powerpoint/2010/main" val="3673535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706" y="919889"/>
            <a:ext cx="6788646" cy="5284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Line 1"/>
          <p:cNvSpPr>
            <a:spLocks noChangeShapeType="1"/>
          </p:cNvSpPr>
          <p:nvPr/>
        </p:nvSpPr>
        <p:spPr bwMode="auto">
          <a:xfrm flipV="1">
            <a:off x="233252" y="600612"/>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93663"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en-US" altLang="ja-JP" b="0" dirty="0">
                <a:solidFill>
                  <a:srgbClr val="DC5924"/>
                </a:solidFill>
              </a:rPr>
              <a:t>B</a:t>
            </a:r>
            <a:r>
              <a:rPr lang="ja-JP" altLang="en-US" b="0" dirty="0">
                <a:solidFill>
                  <a:srgbClr val="DC5924"/>
                </a:solidFill>
              </a:rPr>
              <a:t>型就労継続支援</a:t>
            </a:r>
            <a:r>
              <a:rPr lang="ja-JP" altLang="en-US" b="0" dirty="0" smtClean="0">
                <a:solidFill>
                  <a:srgbClr val="DC5924"/>
                </a:solidFill>
              </a:rPr>
              <a:t>事業　パチンコ解体作業一般フロー</a:t>
            </a:r>
            <a:endParaRPr lang="ja-JP" altLang="ja-JP" b="0" dirty="0">
              <a:solidFill>
                <a:srgbClr val="DC5924"/>
              </a:solidFill>
            </a:endParaRPr>
          </a:p>
        </p:txBody>
      </p:sp>
    </p:spTree>
    <p:extLst>
      <p:ext uri="{BB962C8B-B14F-4D97-AF65-F5344CB8AC3E}">
        <p14:creationId xmlns:p14="http://schemas.microsoft.com/office/powerpoint/2010/main" val="2163456687"/>
      </p:ext>
    </p:extLst>
  </p:cSld>
  <p:clrMapOvr>
    <a:masterClrMapping/>
  </p:clrMapOvr>
</p:sld>
</file>

<file path=ppt/theme/theme1.xml><?xml version="1.0" encoding="utf-8"?>
<a:theme xmlns:a="http://schemas.openxmlformats.org/drawingml/2006/main" name="1_Office ​​テーマ">
  <a:themeElements>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テーマ">
      <a:majorFont>
        <a:latin typeface="Arial Black"/>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lnDef>
  </a:objectDefaults>
  <a:extraClrSchemeLst>
    <a:extraClrScheme>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テーマ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テーマ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テーマ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テーマ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テーマ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テーマ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Office ​​テーマ">
  <a:themeElements>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テーマ">
      <a:majorFont>
        <a:latin typeface="Arial Black"/>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lnDef>
  </a:objectDefaults>
  <a:extraClrSchemeLst>
    <a:extraClrScheme>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テーマ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テーマ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テーマ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テーマ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テーマ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テーマ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10174</TotalTime>
  <Words>73</Words>
  <Application>Microsoft Office PowerPoint</Application>
  <PresentationFormat>画面に合わせる (4:3)</PresentationFormat>
  <Paragraphs>42</Paragraphs>
  <Slides>7</Slides>
  <Notes>1</Notes>
  <HiddenSlides>0</HiddenSlides>
  <MMClips>0</MMClips>
  <ScaleCrop>false</ScaleCrop>
  <HeadingPairs>
    <vt:vector size="4" baseType="variant">
      <vt:variant>
        <vt:lpstr>テーマ</vt:lpstr>
      </vt:variant>
      <vt:variant>
        <vt:i4>2</vt:i4>
      </vt:variant>
      <vt:variant>
        <vt:lpstr>スライド タイトル</vt:lpstr>
      </vt:variant>
      <vt:variant>
        <vt:i4>7</vt:i4>
      </vt:variant>
    </vt:vector>
  </HeadingPairs>
  <TitlesOfParts>
    <vt:vector size="9" baseType="lpstr">
      <vt:lpstr>1_Office ​​テーマ</vt:lpstr>
      <vt:lpstr>2_Office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31702</dc:creator>
  <cp:lastModifiedBy>arts</cp:lastModifiedBy>
  <cp:revision>235</cp:revision>
  <cp:lastPrinted>2014-09-04T08:58:42Z</cp:lastPrinted>
  <dcterms:created xsi:type="dcterms:W3CDTF">2012-06-06T06:35:04Z</dcterms:created>
  <dcterms:modified xsi:type="dcterms:W3CDTF">2014-09-04T09:02:00Z</dcterms:modified>
</cp:coreProperties>
</file>