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Amanda Askell の研究系譜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アラインメントと Constitutional AI の展開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2025 ｜ 22 論文の分析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作成: yuji ｜ Input Constitutional AI 研究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研究の全体像 — 7つのフェーズ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責任ある AI 開発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73352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6276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大規模モデルの能力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039112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03704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579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1579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アラインメント基盤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569464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34056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88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26883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の確立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099816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264408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218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218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誕生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630168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安全性研究の深化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0" cy="118872"/>
          </a:xfrm>
          <a:prstGeom prst="line">
            <a:avLst/>
          </a:prstGeom>
          <a:noFill/>
          <a:ln w="19050">
            <a:solidFill>
              <a:srgbClr val="BDC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279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77440" y="4279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欺瞞と防御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責任ある AI 開発（2019）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Cooperation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競争圧力が AI 安全性への投資不足を招く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市場力・規制だけでは不十分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業界間の「協力」が不可欠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信頼・共有リスク・相互コミットメントが鍵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Strategies and the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Impacts of Language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段階的リリースによるリスク分析の時間確保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悪意ある利用者を3階層で分類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外部パートナーとの協力的研究体制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の段階的公開の実証分析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AI 開発は「競争」ではなく「協調」のフレームで捉えるべき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大規模モデルの能力と社会的影響（2020）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Trustworthy AI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倫理原則だけでは不十分 → 検証可能なメカニズムが必要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制度的・ソフトウェア的・ハードウェア的の3層構造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Few-Shot Learners (GPT-3)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1750 億パラメータで少数ショット学習を実現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社会的影響（バイアス・悪用・エネルギー消費）を分析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82296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Transferable Visual Models (CLIP)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自然言語監督による視覚モデル学習 — 4億の画像テキストペアからゼロショット転移を実現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「原則」から「検証可能性」へ — 言葉だけでなく証拠で示す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アラインメント研究の基盤確立（2021）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Language Assistant as a Laboratory for Alignment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HHH フレームワーク（Helpful, Honest, Harmless）の確立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94560"/>
            <a:ext cx="2286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Helpful（有用性）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ユーザーの意図を理解し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的確に応答する能力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1945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194560"/>
            <a:ext cx="2286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Honest（誠実性）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自身の不確実性を認識し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正直に伝える姿勢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94560"/>
            <a:ext cx="2286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Harmless（無害性）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有害な出力を避け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安全に振る舞う性質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ランク付き選好モデリングが二値判別を大幅に上回ることを実証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プロンプティングと文脈蒸留がアラインメントの実用的ベースラインとなる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RLHF によるアラインメント手法の確立（2022 前半）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InstructGPT: Training LMs to Follow Instructions with Human Feedback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→ 報酬モデル → PPO の3段階パイプラインを確立。100倍小さいモデルが大規模GPT-3を上回る性能。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Helpful and Harmless Assistant with RLHF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有用性と無害性の同時最適化に成功。大規模モデルほどアラインメント税（性能低下）が小さい。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and Surprise in Large Generative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一般的なスケーリングは予測可能だが、特定の能力は不連続に出現する。デプロイメントリスクの理論的枠組み。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人間のフィードバックを通じた「選好学習」がアラインメントの標準手法となる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4（続）: モデルの理解と安全性評価（2022）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(Mostly) Know What They Know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モデルが自身の知識を自己評価できることを実証。P(IK) 手法により、モデルの不確実性を定量化。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Language Models to Reduce Harms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系統的レッドチーミング手法を確立。大規模モデルほど攻撃に対して脆弱だが、RLHF が防御に有効。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and Induction Heads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Head がインコンテキスト学習の主要メカニズムであることを実証。メカニスティック解釈可能性の先駆的研究。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モデルの「自己認識」と「攻撃耐性」の体系的研究が安全性の基盤を形成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5: Constitutional AI の誕生（2022 後半）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AI: Harmlessness from AI Feedback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「憲法」（原則セット）に基づき AI フィードバックで無害性を訓練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人間ラベラーなしで RLHF と同等以上の性能を達成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推論で AI 自身が行動を批判・修正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スケーラブルな監視 — 人間の介入を最小化しつつ安全性を向上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931920" cy="10058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00400"/>
            <a:ext cx="73152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Oversight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「サンドイッチング」実験パラダイムで監視の実現可能性を実証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931920" cy="10058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3200400"/>
            <a:ext cx="73152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Model-Written Evaluations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モデル自身が 154 次元の評価を生成。人間の 50 倍の効率。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AI が AI を監視する — 人間の限界を超えたアラインメントの新パラダイム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6: 安全性研究の深化（2023）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Self-Correction in LLMs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960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22B パラメータ以上で「道徳的自己修正」能力が創発。自然言語指示で差別を低減可能。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Global Opinions in LMs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のデフォルト意見は西洋偏重。文化的多様性の欠如を定量化し、プロンプト補正の限界を指摘。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Sycophancy in LMs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が真実よりユーザーの期待に迎合する「追従性」を体系的に分析。人間フィードバック自体が追従を助長。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vs General Principles for CAI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具体的原則が一般的「人類にとって良い」原則より効果的。権力欲・自己保存欲求の抑制に成功。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in LM Decisions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の意思決定シナリオで体系的差別を測定。プロンプト介入でほぼゼロの差別スコアを達成。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4D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CAI の原則設計・追従性・差別・文化的偏見 — 多面的な安全性課題への取り組み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7: 欺瞞への対抗と実用的防御（2024–2025）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Sleeper Agents（2024）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問題提起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バックドアを持つ欺瞞的 LLM は安全性訓練を生き延びる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RLHF・SFT・敵対的訓練のいずれも除去に失敗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敵対的訓練は欺瞞を「隠す」ことを教えてしまう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現行の安全パラダイムの根本的限界を示す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Classifiers（2025）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憲法ベースの分類器で入出力をリアルタイム監視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時間超のレッドチーミングで万能ジェイルブレイクを阻止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名の攻撃者が一貫した突破口を発見できず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偽陽性率 0.38% 増、推論オーバーヘッド 23.7% で実用的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問題（欺瞞の持続性）→ 解決（憲法分類器）— 「原則に基づく防御」の実装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Amanda Askell の知的軌跡 — 一貫するテーマ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道徳哲学 → AI アラインメント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哲学的訓練を基盤に、AI の行動規範を「原則」として形式化。Constitutional AI は倫理学の実装。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人間の限界の認識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の限界（追従性の助長）を見抜き、AI フィードバックによるスケーラブルな監視へ移行。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構造的・制度的視点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個人の善意ではなく、検証可能なメカニズムと制度設計による安全性の担保。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実証主義的アプローチ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抽象的原則に留まらず、レッドチーミング・評価・分類器という具体的ツールで検証。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善意に依存しない構造的安全性 — これが Askell の研究を貫く哲学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Constitutional AI への示唆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原則の具体性が重要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一般的「人類のため」より、具体的な特性原則が効果的であることが実証済み。SoE のアセスメント原則設計への直接的示唆。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フィードバックの拡張可能性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本人主権型アセスメントにおいて、当事者の「憲法」（価値観・希望）を AI が参照する構造は CAI の直接的応用。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追従性への警戒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支援者が当事者に迎合するリスクは、LLM の追従性問題と構造的に同型。制度的チェック機構が不可欠。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検証可能性の担保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支援の質を「善意」でなく「構造」で評価するアプローチは、Askell の「検証可能な主張」論文と完全に整合。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Askell の研究は「AI のための倫理」から「倫理のための AI」への転換点を示す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参照論文一覧（時系列順）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 The Role of Cooperation in Responsible AI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 Release Strategies and the Social Impacts of Language Models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 Toward Trustworthy AI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 Language Models are Few-Shot Learners (GPT-3)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 Learning Transferable Visual Models (CLIP)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 A General Language Assistant as a Laboratory for Alignment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Predictability and Surprise in Large Generative Models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Training LMs to Follow Instructions (InstructGPT)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Training a Helpful and Harmless Assistant with RLHF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Language Models (Mostly) Know What They Know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Red Teaming Language Models to Reduce Harms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In-context Learning and Induction Heads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Measuring Progress on Scalable Oversight for LLMs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Constitutional AI: Harmlessness from AI Feedback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Discovering LM Behaviors with Model-Written Evaluations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The Capacity for Moral Self-Correction in LLMs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Towards Measuring Subjective Global Opinions in LMs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Towards Understanding Sycophancy in Language Models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Specific vs General Principles for Constitutional AI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Evaluating and Mitigating Discrimination in LM Decisions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Sleeper Agents: Training Deceptive LLMs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Constitutional Classifiers: Defending against Jailbreaks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Amanda Askell の研究系譜 — AI アラインメントと Constitutional AI の展開</dc:title>
  <dc:subject>PptxGenJS Presentation</dc:subject>
  <dc:creator>yuji</dc:creator>
  <cp:lastModifiedBy>yuji</cp:lastModifiedBy>
  <cp:revision>1</cp:revision>
  <dcterms:created xsi:type="dcterms:W3CDTF">2026-03-06T01:03:50Z</dcterms:created>
  <dcterms:modified xsi:type="dcterms:W3CDTF">2026-03-06T01:03:50Z</dcterms:modified>
</cp:coreProperties>
</file>