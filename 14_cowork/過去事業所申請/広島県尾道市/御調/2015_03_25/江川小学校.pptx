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9456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2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11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14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01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61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80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65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09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34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23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67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F58D3-60DB-4D2B-8D1F-8DDD398D3E19}" type="datetimeFigureOut">
              <a:rPr kumimoji="1" lang="ja-JP" altLang="en-US" smtClean="0"/>
              <a:t>2015/4/11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179F0-EF51-421F-9ABC-BA1B1F0A34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13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32947" y="-561424"/>
            <a:ext cx="6344755" cy="7677154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001227" y="3897552"/>
            <a:ext cx="781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 smtClean="0"/>
              <a:t>約</a:t>
            </a:r>
            <a:r>
              <a:rPr kumimoji="1" lang="en-US" altLang="ja-JP" sz="1100" dirty="0" smtClean="0"/>
              <a:t>145</a:t>
            </a:r>
            <a:r>
              <a:rPr kumimoji="1" lang="ja-JP" altLang="en-US" sz="1100" dirty="0" smtClean="0"/>
              <a:t>㎡</a:t>
            </a:r>
            <a:endParaRPr kumimoji="1" lang="ja-JP" altLang="en-US" sz="11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14827" y="4865385"/>
            <a:ext cx="952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 smtClean="0"/>
              <a:t>約</a:t>
            </a:r>
            <a:r>
              <a:rPr lang="en-US" altLang="ja-JP" sz="1100" dirty="0" smtClean="0"/>
              <a:t>253</a:t>
            </a:r>
            <a:r>
              <a:rPr lang="ja-JP" altLang="en-US" sz="1100" dirty="0"/>
              <a:t>㎡</a:t>
            </a:r>
            <a:endParaRPr kumimoji="1" lang="ja-JP" altLang="en-US" sz="1100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04" y="2410307"/>
            <a:ext cx="1155795" cy="866846"/>
          </a:xfrm>
          <a:prstGeom prst="rect">
            <a:avLst/>
          </a:prstGeom>
        </p:spPr>
      </p:pic>
      <p:sp>
        <p:nvSpPr>
          <p:cNvPr id="8" name="下矢印 7"/>
          <p:cNvSpPr/>
          <p:nvPr/>
        </p:nvSpPr>
        <p:spPr>
          <a:xfrm>
            <a:off x="2432050" y="3114675"/>
            <a:ext cx="361950" cy="13152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 smtClean="0"/>
              <a:t>搬入口</a:t>
            </a:r>
            <a:endParaRPr kumimoji="1" lang="ja-JP" altLang="en-US" sz="1100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438" y="3501628"/>
            <a:ext cx="746125" cy="559594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6" y="5151843"/>
            <a:ext cx="681183" cy="510888"/>
          </a:xfrm>
          <a:prstGeom prst="rect">
            <a:avLst/>
          </a:prstGeom>
        </p:spPr>
      </p:pic>
      <p:sp>
        <p:nvSpPr>
          <p:cNvPr id="13" name="正方形/長方形 12"/>
          <p:cNvSpPr/>
          <p:nvPr/>
        </p:nvSpPr>
        <p:spPr>
          <a:xfrm>
            <a:off x="2794000" y="3781425"/>
            <a:ext cx="2968625" cy="1562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959228" y="3897552"/>
            <a:ext cx="1609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カフェスペース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1864577" y="4429919"/>
            <a:ext cx="908064" cy="904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932259" y="4527010"/>
            <a:ext cx="75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厨房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843820" y="4422619"/>
            <a:ext cx="813530" cy="7292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911258" y="4497644"/>
            <a:ext cx="753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スイーツ</a:t>
            </a:r>
            <a:r>
              <a:rPr lang="ja-JP" altLang="en-US" sz="1200" b="1" dirty="0">
                <a:solidFill>
                  <a:srgbClr val="FF0000"/>
                </a:solidFill>
              </a:rPr>
              <a:t>工場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3087688" y="5522912"/>
            <a:ext cx="2674938" cy="83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700463" y="5636778"/>
            <a:ext cx="186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ＢＥＲＴ　事務室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881458" y="5582685"/>
            <a:ext cx="1550592" cy="8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250585" y="5707210"/>
            <a:ext cx="753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将来</a:t>
            </a:r>
            <a:endParaRPr lang="en-US" altLang="ja-JP" sz="1200" b="1" dirty="0" smtClean="0">
              <a:solidFill>
                <a:srgbClr val="FF0000"/>
              </a:solidFill>
            </a:endParaRPr>
          </a:p>
          <a:p>
            <a:r>
              <a:rPr kumimoji="1" lang="ja-JP" altLang="en-US" sz="1200" b="1" dirty="0" smtClean="0">
                <a:solidFill>
                  <a:srgbClr val="FF0000"/>
                </a:solidFill>
              </a:rPr>
              <a:t>加工</a:t>
            </a:r>
            <a:r>
              <a:rPr kumimoji="1" lang="ja-JP" altLang="en-US" sz="1200" b="1" dirty="0">
                <a:solidFill>
                  <a:srgbClr val="FF0000"/>
                </a:solidFill>
              </a:rPr>
              <a:t>場</a:t>
            </a:r>
          </a:p>
        </p:txBody>
      </p:sp>
      <p:sp>
        <p:nvSpPr>
          <p:cNvPr id="23" name="正方形/長方形 22"/>
          <p:cNvSpPr/>
          <p:nvPr/>
        </p:nvSpPr>
        <p:spPr>
          <a:xfrm>
            <a:off x="6455569" y="4762500"/>
            <a:ext cx="1735931" cy="159067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6682642" y="5173544"/>
            <a:ext cx="1868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障害者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>
                <a:solidFill>
                  <a:srgbClr val="FF0000"/>
                </a:solidFill>
              </a:rPr>
              <a:t>就労移行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>
                <a:solidFill>
                  <a:srgbClr val="FF0000"/>
                </a:solidFill>
              </a:rPr>
              <a:t>支援施設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2793999" y="1502369"/>
            <a:ext cx="4149725" cy="226437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3419475" y="1754196"/>
            <a:ext cx="2819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ＢＥＲＴＹ防災訓練施設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</a:t>
            </a:r>
            <a:r>
              <a:rPr lang="ja-JP" altLang="en-US" dirty="0" smtClean="0">
                <a:solidFill>
                  <a:srgbClr val="FF0000"/>
                </a:solidFill>
              </a:rPr>
              <a:t>　　　　兼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r>
              <a:rPr kumimoji="1" lang="ja-JP" altLang="en-US" dirty="0" smtClean="0">
                <a:solidFill>
                  <a:srgbClr val="FF0000"/>
                </a:solidFill>
              </a:rPr>
              <a:t>地域交流スペース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09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78715" y="-764755"/>
            <a:ext cx="6386569" cy="8363639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548795" y="4575019"/>
            <a:ext cx="1146906" cy="76850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437804" y="4992609"/>
            <a:ext cx="1705321" cy="143676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2596420" y="5625150"/>
            <a:ext cx="1861279" cy="76850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28649" y="5249326"/>
            <a:ext cx="1514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サテライト</a:t>
            </a:r>
            <a:r>
              <a:rPr kumimoji="1" lang="ja-JP" altLang="en-US" sz="1200" b="1" dirty="0" smtClean="0">
                <a:solidFill>
                  <a:srgbClr val="FF0000"/>
                </a:solidFill>
              </a:rPr>
              <a:t>オフィス</a:t>
            </a:r>
            <a:endParaRPr kumimoji="1" lang="en-US" altLang="ja-JP" sz="1200" b="1" dirty="0" smtClean="0">
              <a:solidFill>
                <a:srgbClr val="FF0000"/>
              </a:solidFill>
            </a:endParaRPr>
          </a:p>
          <a:p>
            <a:endParaRPr lang="en-US" altLang="ja-JP" sz="1200" b="1" dirty="0">
              <a:solidFill>
                <a:srgbClr val="FF0000"/>
              </a:solidFill>
            </a:endParaRPr>
          </a:p>
          <a:p>
            <a:r>
              <a:rPr kumimoji="1" lang="ja-JP" altLang="en-US" sz="1200" b="1" dirty="0" smtClean="0">
                <a:solidFill>
                  <a:srgbClr val="FF0000"/>
                </a:solidFill>
              </a:rPr>
              <a:t>　フリーアドレス</a:t>
            </a:r>
            <a:endParaRPr kumimoji="1" lang="en-US" altLang="ja-JP" sz="1200" b="1" dirty="0" smtClean="0">
              <a:solidFill>
                <a:srgbClr val="FF0000"/>
              </a:solidFill>
            </a:endParaRPr>
          </a:p>
          <a:p>
            <a:r>
              <a:rPr lang="ja-JP" altLang="en-US" sz="1200" b="1" dirty="0">
                <a:solidFill>
                  <a:srgbClr val="FF0000"/>
                </a:solidFill>
              </a:rPr>
              <a:t>　</a:t>
            </a:r>
            <a:r>
              <a:rPr lang="ja-JP" altLang="en-US" sz="1200" b="1" dirty="0" smtClean="0">
                <a:solidFill>
                  <a:srgbClr val="FF0000"/>
                </a:solidFill>
              </a:rPr>
              <a:t>　</a:t>
            </a:r>
            <a:r>
              <a:rPr kumimoji="1" lang="ja-JP" altLang="en-US" sz="1200" b="1" dirty="0" smtClean="0">
                <a:solidFill>
                  <a:srgbClr val="FF0000"/>
                </a:solidFill>
              </a:rPr>
              <a:t>スペース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501169" y="4638733"/>
            <a:ext cx="151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サテライト</a:t>
            </a:r>
            <a:r>
              <a:rPr kumimoji="1" lang="ja-JP" altLang="en-US" sz="1200" b="1" dirty="0" smtClean="0">
                <a:solidFill>
                  <a:srgbClr val="FF0000"/>
                </a:solidFill>
              </a:rPr>
              <a:t>オフィス</a:t>
            </a:r>
            <a:endParaRPr kumimoji="1" lang="en-US" altLang="ja-JP" sz="1200" b="1" dirty="0" smtClean="0">
              <a:solidFill>
                <a:srgbClr val="FF0000"/>
              </a:solidFill>
            </a:endParaRPr>
          </a:p>
          <a:p>
            <a:endParaRPr lang="en-US" altLang="ja-JP" sz="1200" b="1" dirty="0">
              <a:solidFill>
                <a:srgbClr val="FF0000"/>
              </a:solidFill>
            </a:endParaRPr>
          </a:p>
          <a:p>
            <a:r>
              <a:rPr kumimoji="1" lang="ja-JP" altLang="en-US" sz="1200" b="1" dirty="0" smtClean="0">
                <a:solidFill>
                  <a:srgbClr val="FF0000"/>
                </a:solidFill>
              </a:rPr>
              <a:t>　ＩＴスペース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596420" y="5625150"/>
            <a:ext cx="1099281" cy="76850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95701" y="5625150"/>
            <a:ext cx="1514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サテライト</a:t>
            </a:r>
            <a:endParaRPr lang="en-US" altLang="ja-JP" sz="1200" b="1" dirty="0" smtClean="0">
              <a:solidFill>
                <a:srgbClr val="FF0000"/>
              </a:solidFill>
            </a:endParaRPr>
          </a:p>
          <a:p>
            <a:r>
              <a:rPr kumimoji="1" lang="ja-JP" altLang="en-US" sz="1200" b="1" dirty="0" smtClean="0">
                <a:solidFill>
                  <a:srgbClr val="FF0000"/>
                </a:solidFill>
              </a:rPr>
              <a:t>オフィス</a:t>
            </a:r>
            <a:endParaRPr kumimoji="1" lang="en-US" altLang="ja-JP" sz="1200" b="1" dirty="0" smtClean="0">
              <a:solidFill>
                <a:srgbClr val="FF0000"/>
              </a:solidFill>
            </a:endParaRPr>
          </a:p>
          <a:p>
            <a:endParaRPr lang="en-US" altLang="ja-JP" sz="1200" b="1" dirty="0">
              <a:solidFill>
                <a:srgbClr val="FF0000"/>
              </a:solidFill>
            </a:endParaRPr>
          </a:p>
          <a:p>
            <a:r>
              <a:rPr lang="ja-JP" altLang="en-US" sz="1200" b="1" dirty="0" smtClean="0">
                <a:solidFill>
                  <a:srgbClr val="FF0000"/>
                </a:solidFill>
              </a:rPr>
              <a:t>事務</a:t>
            </a:r>
            <a:r>
              <a:rPr lang="ja-JP" altLang="en-US" sz="1200" b="1" dirty="0">
                <a:solidFill>
                  <a:srgbClr val="FF0000"/>
                </a:solidFill>
              </a:rPr>
              <a:t>室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843041" y="5683106"/>
            <a:ext cx="151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サテライト</a:t>
            </a:r>
            <a:endParaRPr lang="en-US" altLang="ja-JP" sz="1200" b="1" dirty="0" smtClean="0">
              <a:solidFill>
                <a:srgbClr val="FF0000"/>
              </a:solidFill>
            </a:endParaRPr>
          </a:p>
          <a:p>
            <a:r>
              <a:rPr kumimoji="1" lang="ja-JP" altLang="en-US" sz="1200" b="1" dirty="0" smtClean="0">
                <a:solidFill>
                  <a:srgbClr val="FF0000"/>
                </a:solidFill>
              </a:rPr>
              <a:t>オフィス</a:t>
            </a:r>
            <a:endParaRPr kumimoji="1" lang="en-US" altLang="ja-JP" sz="1200" b="1" dirty="0" smtClean="0">
              <a:solidFill>
                <a:srgbClr val="FF0000"/>
              </a:solidFill>
            </a:endParaRPr>
          </a:p>
          <a:p>
            <a:r>
              <a:rPr lang="ja-JP" altLang="en-US" sz="1200" b="1" dirty="0" smtClean="0">
                <a:solidFill>
                  <a:srgbClr val="FF0000"/>
                </a:solidFill>
              </a:rPr>
              <a:t>　会議室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452937" y="5583796"/>
            <a:ext cx="1252537" cy="76850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500910" y="5683106"/>
            <a:ext cx="151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地域交流</a:t>
            </a:r>
            <a:endParaRPr lang="en-US" altLang="ja-JP" sz="1200" b="1" dirty="0" smtClean="0">
              <a:solidFill>
                <a:srgbClr val="FF0000"/>
              </a:solidFill>
            </a:endParaRPr>
          </a:p>
          <a:p>
            <a:endParaRPr kumimoji="1" lang="en-US" altLang="ja-JP" sz="1200" b="1" dirty="0">
              <a:solidFill>
                <a:srgbClr val="FF0000"/>
              </a:solidFill>
            </a:endParaRPr>
          </a:p>
          <a:p>
            <a:r>
              <a:rPr lang="ja-JP" altLang="en-US" sz="1200" b="1" dirty="0" smtClean="0">
                <a:solidFill>
                  <a:srgbClr val="FF0000"/>
                </a:solidFill>
              </a:rPr>
              <a:t>６次産業研究室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6875014" y="4638733"/>
            <a:ext cx="1545086" cy="167316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072484" y="4978819"/>
            <a:ext cx="151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 smtClean="0">
                <a:solidFill>
                  <a:srgbClr val="FF0000"/>
                </a:solidFill>
              </a:rPr>
              <a:t>共有（地域含む）</a:t>
            </a:r>
            <a:endParaRPr lang="en-US" altLang="ja-JP" sz="1200" b="1" dirty="0" smtClean="0">
              <a:solidFill>
                <a:srgbClr val="FF0000"/>
              </a:solidFill>
            </a:endParaRPr>
          </a:p>
          <a:p>
            <a:r>
              <a:rPr lang="ja-JP" altLang="en-US" sz="1200" b="1" dirty="0" smtClean="0">
                <a:solidFill>
                  <a:srgbClr val="FF0000"/>
                </a:solidFill>
              </a:rPr>
              <a:t>　会議室</a:t>
            </a:r>
            <a:endParaRPr lang="en-US" altLang="ja-JP" sz="1200" b="1" dirty="0" smtClean="0">
              <a:solidFill>
                <a:srgbClr val="FF0000"/>
              </a:solidFill>
            </a:endParaRPr>
          </a:p>
          <a:p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6078881" y="927894"/>
            <a:ext cx="993603" cy="2586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174045" y="1647369"/>
            <a:ext cx="1868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kumimoji="1" lang="ja-JP" altLang="en-US" dirty="0" smtClean="0">
                <a:solidFill>
                  <a:srgbClr val="FF0000"/>
                </a:solidFill>
              </a:rPr>
              <a:t>ＢＥＲＴ　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>
                <a:solidFill>
                  <a:srgbClr val="FF0000"/>
                </a:solidFill>
              </a:rPr>
              <a:t>防災</a:t>
            </a:r>
            <a:r>
              <a:rPr lang="ja-JP" altLang="en-US" dirty="0">
                <a:solidFill>
                  <a:srgbClr val="FF0000"/>
                </a:solidFill>
              </a:rPr>
              <a:t>室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384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42</Words>
  <Application>Microsoft Office PowerPoint</Application>
  <PresentationFormat>画面に合わせる (4:3)</PresentationFormat>
  <Paragraphs>37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user</cp:lastModifiedBy>
  <cp:revision>5</cp:revision>
  <cp:lastPrinted>2015-04-11T00:11:11Z</cp:lastPrinted>
  <dcterms:created xsi:type="dcterms:W3CDTF">2015-04-10T23:56:28Z</dcterms:created>
  <dcterms:modified xsi:type="dcterms:W3CDTF">2015-04-11T01:00:32Z</dcterms:modified>
</cp:coreProperties>
</file>