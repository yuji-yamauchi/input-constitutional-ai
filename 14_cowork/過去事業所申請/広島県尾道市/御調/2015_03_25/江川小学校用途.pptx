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22" autoAdjust="0"/>
    <p:restoredTop sz="94660"/>
  </p:normalViewPr>
  <p:slideViewPr>
    <p:cSldViewPr snapToGrid="0">
      <p:cViewPr>
        <p:scale>
          <a:sx n="100" d="100"/>
          <a:sy n="100" d="100"/>
        </p:scale>
        <p:origin x="450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110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70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8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803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95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78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23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4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86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20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33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E4FEC-792C-44E9-9477-1DCC16C39AC1}" type="datetimeFigureOut">
              <a:rPr kumimoji="1" lang="ja-JP" altLang="en-US" smtClean="0"/>
              <a:t>2015/3/27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155AB-0F9C-4BAA-AB98-187F66C8C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0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98676" y="-2002394"/>
            <a:ext cx="5908897" cy="10572751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1133474" y="952501"/>
            <a:ext cx="4686301" cy="29717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33475" y="128588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Ｃａｆｅ・福祉スペース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391276" y="952501"/>
            <a:ext cx="4848224" cy="3543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619874" y="3284104"/>
            <a:ext cx="300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solidFill>
                  <a:srgbClr val="FF0000"/>
                </a:solidFill>
              </a:rPr>
              <a:t>サテライトオフィス</a:t>
            </a:r>
            <a:r>
              <a:rPr kumimoji="1" lang="ja-JP" altLang="en-US" dirty="0" smtClean="0">
                <a:solidFill>
                  <a:srgbClr val="FF0000"/>
                </a:solidFill>
              </a:rPr>
              <a:t>スペース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1133474" y="3933382"/>
            <a:ext cx="4686301" cy="5624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190624" y="3942375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管理</a:t>
            </a:r>
            <a:r>
              <a:rPr kumimoji="1" lang="ja-JP" altLang="en-US" dirty="0" smtClean="0">
                <a:solidFill>
                  <a:srgbClr val="FF0000"/>
                </a:solidFill>
              </a:rPr>
              <a:t>スペース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13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</dc:creator>
  <cp:lastModifiedBy>user</cp:lastModifiedBy>
  <cp:revision>1</cp:revision>
  <dcterms:created xsi:type="dcterms:W3CDTF">2015-03-27T00:01:49Z</dcterms:created>
  <dcterms:modified xsi:type="dcterms:W3CDTF">2015-03-27T00:02:04Z</dcterms:modified>
</cp:coreProperties>
</file>