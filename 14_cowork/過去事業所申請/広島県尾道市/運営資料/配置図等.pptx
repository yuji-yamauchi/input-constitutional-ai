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8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7655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794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338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724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340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2065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722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6252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008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9554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666B-94A8-45EE-B757-07BBD73CA489}" type="datetimeFigureOut">
              <a:rPr kumimoji="1" lang="ja-JP" altLang="en-US" smtClean="0"/>
              <a:t>2016/10/6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7619F-3FFE-4911-B766-3AC3592C992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270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E$1:$AZ$33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6526" y="871359"/>
            <a:ext cx="8689484" cy="4985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テキスト ボックス 4"/>
          <p:cNvSpPr txBox="1"/>
          <p:nvPr/>
        </p:nvSpPr>
        <p:spPr>
          <a:xfrm>
            <a:off x="115329" y="230659"/>
            <a:ext cx="4596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各室ごとに室名及び面積を明らかにした表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1512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E$1:$AZ$33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28867" y="700489"/>
            <a:ext cx="9122416" cy="5234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テキスト ボックス 4"/>
          <p:cNvSpPr txBox="1"/>
          <p:nvPr/>
        </p:nvSpPr>
        <p:spPr>
          <a:xfrm>
            <a:off x="115329" y="230659"/>
            <a:ext cx="4596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 smtClean="0"/>
              <a:t>配置図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20803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224</TotalTime>
  <Words>12</Words>
  <Application>Microsoft Office PowerPoint</Application>
  <PresentationFormat>画面に合わせる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山内雄司</dc:creator>
  <cp:lastModifiedBy>山内雄司</cp:lastModifiedBy>
  <cp:revision>3</cp:revision>
  <dcterms:created xsi:type="dcterms:W3CDTF">2016-10-06T09:52:28Z</dcterms:created>
  <dcterms:modified xsi:type="dcterms:W3CDTF">2016-10-06T13:36:37Z</dcterms:modified>
</cp:coreProperties>
</file>